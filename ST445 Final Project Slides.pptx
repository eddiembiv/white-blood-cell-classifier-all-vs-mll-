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9" r:id="rId1"/>
  </p:sldMasterIdLst>
  <p:notesMasterIdLst>
    <p:notesMasterId r:id="rId28"/>
  </p:notesMasterIdLst>
  <p:handoutMasterIdLst>
    <p:handoutMasterId r:id="rId29"/>
  </p:handoutMasterIdLst>
  <p:sldIdLst>
    <p:sldId id="260" r:id="rId2"/>
    <p:sldId id="261" r:id="rId3"/>
    <p:sldId id="271" r:id="rId4"/>
    <p:sldId id="267" r:id="rId5"/>
    <p:sldId id="272" r:id="rId6"/>
    <p:sldId id="278" r:id="rId7"/>
    <p:sldId id="277" r:id="rId8"/>
    <p:sldId id="279" r:id="rId9"/>
    <p:sldId id="262" r:id="rId10"/>
    <p:sldId id="275" r:id="rId11"/>
    <p:sldId id="276" r:id="rId12"/>
    <p:sldId id="280" r:id="rId13"/>
    <p:sldId id="286" r:id="rId14"/>
    <p:sldId id="284" r:id="rId15"/>
    <p:sldId id="287" r:id="rId16"/>
    <p:sldId id="281" r:id="rId17"/>
    <p:sldId id="288" r:id="rId18"/>
    <p:sldId id="290" r:id="rId19"/>
    <p:sldId id="289" r:id="rId20"/>
    <p:sldId id="270" r:id="rId21"/>
    <p:sldId id="294" r:id="rId22"/>
    <p:sldId id="295" r:id="rId23"/>
    <p:sldId id="291" r:id="rId24"/>
    <p:sldId id="292" r:id="rId25"/>
    <p:sldId id="293" r:id="rId26"/>
    <p:sldId id="27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4B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41FFCF-58C4-2E42-9997-C577C06BAA13}" v="1" dt="2026-04-21T23:28:00.5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719"/>
  </p:normalViewPr>
  <p:slideViewPr>
    <p:cSldViewPr snapToGrid="0">
      <p:cViewPr varScale="1">
        <p:scale>
          <a:sx n="85" d="100"/>
          <a:sy n="85" d="100"/>
        </p:scale>
        <p:origin x="192" y="36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10/22/2026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10/22/2026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92826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Types of leukemia differ based on the cells that they affect; chronic leukemias tend to affect cells in later stages of their development, meaning those cells are more mature and better able to perform their normal function. As such, chronic leukemias are often considered less serious than acute leukemias.</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3922383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Types of blood cells are typically identified using the shape of the nucleus (or lack thereof) and whether or not the cytoplasm is granular. </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690491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Many patients are asymptomatic and are only diagnosed after high levels (&gt;=20%) of blasts are found during routine bloodwork. Furthermore, certain symptoms are often mild and can be misdiagnosed as they are nonspecific to AML and ALL. Diagnosis is determined using the percentage of blasts in the peripheral blood or bone marrow. Anemia is low levels of red blood cells, thrombocytopenia is low level of platelets, and neutropenia is low levels of neutrophils. The occurrence of blasts cause the presentation of fever, night sweats, and weight loss. The prognosis depends heavily on age of patient; the younger (and generally stronger) the patient, the more intense chemotherapy they can undergo. Especially for AML, chemotherapy is critical and is the standard treatment. ALL accounts for 80% of acute leukemia cases in childhood cancer, while only accounting for 20% of that in adult cases. This may be why the ALL survival rates are higher (younger patients).</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1202004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Directories included in the dataset: basophils, erythroblasts, monocytes, myeloblasts, and segmented neutrophils. We chose to remove the erythroblast directory, as they form into red blood cells and are therefore unimportant to our model. It should also be noted that analysis was performed under the impression that the “myeloblast” directory actually included myeloblasts and lymphoblasts, as was inferred from the “About the Dataset” section. Upon analysis, some cells certainly had characteristics more distinctive of lymphoblasts than myeloblasts. </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3697818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Inspection of the “myeloblast” directory seemingly supports the assumption that lymphoblasts are included. The small amount of cytoplasm in the right image is characteristic of a lymphoblast. That said, it should be noted that oftentimes flow cytometry is used to definitively differentiate between the two types, and even visual appearances can be deceiving, especially for those not trained for such a task. Images provided in the data set are blurry, potentially negatively impacting the model performance.</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4045531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244667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Difficulties associated with bioimages include noise, varying light intensity, low resolution, blur, and overlapping targets. This can make image processing hard on even state-of-the-art machines, underscoring the importance of preprocessing. Pipelines were based on previous literature and their applicability to our dataset. Our goal was to emphasize the shape (and for CNN, the texture) of the nucleus, as that is one of the most distinguishing factors used when identifying blood cells by hand. Edge detection was reserved for the multinomial model only, as CNN should be able to detect edges and shapes itself. As recommended by the documentation, a Gaussian blur was applied prior to edge detection to reduce noise. Conversion to HSV is recommended for biological pictures, and we masked to only include HSV values associated with the nucleus. </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938636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Nucleus is dark purple; cytoplasm is the light purple (not very apparent here). Preprocessing has washed out the red blood cells (not pertinent) and outlined the nucleus.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4262225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3396669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multinomial model was done using </a:t>
            </a:r>
            <a:r>
              <a:rPr lang="en-US" err="1"/>
              <a:t>scikitlearn</a:t>
            </a:r>
            <a:r>
              <a:rPr lang="en-US"/>
              <a:t> in Python. L2 regularization was utilized, so hyperparameter tuning was used for 1/⍺. The model was most likely to confuse basophils with monocytes (and vice versa) and myeloblasts with segmented neutrophils (and vice versa). Although this model produces false positives (giving it the lowest precision score), which would cause unnecessary stress in patients, it accurately identified 192 out of the 200 total neutrophils in the test data, giving it a very high recall score. This recall score is the highest out off all categories, which is ideal for our model as it emphasizes the detection of cancerous cells over the classification of healthy cells.</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3361035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Precision = actual positive instances / predicted positive instances </a:t>
            </a:r>
            <a:r>
              <a:rPr lang="en-US">
                <a:sym typeface="Wingdings" pitchFamily="2" charset="2"/>
              </a:rPr>
              <a:t></a:t>
            </a:r>
            <a:r>
              <a:rPr lang="en-US"/>
              <a:t> most precise is segmented neutrophil</a:t>
            </a:r>
          </a:p>
          <a:p>
            <a:r>
              <a:rPr lang="en-US"/>
              <a:t>Recall = predicted positive instances / actual positive instances </a:t>
            </a:r>
            <a:r>
              <a:rPr lang="en-US">
                <a:sym typeface="Wingdings" pitchFamily="2" charset="2"/>
              </a:rPr>
              <a:t> highest recall is myeloblast</a:t>
            </a:r>
            <a:endParaRPr lang="en-US"/>
          </a:p>
          <a:p>
            <a:r>
              <a:rPr lang="en-US"/>
              <a:t>F1-score = mean of precision and recall</a:t>
            </a:r>
          </a:p>
          <a:p>
            <a:endParaRPr lang="en-US"/>
          </a:p>
          <a:p>
            <a:r>
              <a:rPr lang="en-US"/>
              <a:t>Accuracy = number of correct predictions / total number of predictions </a:t>
            </a:r>
          </a:p>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14</a:t>
            </a:fld>
            <a:endParaRPr lang="en-US"/>
          </a:p>
        </p:txBody>
      </p:sp>
    </p:spTree>
    <p:extLst>
      <p:ext uri="{BB962C8B-B14F-4D97-AF65-F5344CB8AC3E}">
        <p14:creationId xmlns:p14="http://schemas.microsoft.com/office/powerpoint/2010/main" val="2135128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ROC curve uses one-versus-rest criterion, where each category is compared against the aggregate of the remaining categories. Macro-averaging was used in its calculation, as all classes were represented equally in the data. </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31226390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16</a:t>
            </a:fld>
            <a:endParaRPr lang="en-US"/>
          </a:p>
        </p:txBody>
      </p:sp>
    </p:spTree>
    <p:extLst>
      <p:ext uri="{BB962C8B-B14F-4D97-AF65-F5344CB8AC3E}">
        <p14:creationId xmlns:p14="http://schemas.microsoft.com/office/powerpoint/2010/main" val="1262504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Hyperparameter tuning was used to identify the best: number of neurons for each convolutional layer of the network, the number of neurons in the dense layer of the network, the dropout rate (portion of the neurons that are ”silenced” in order to improve generalizability, and activation function (</a:t>
            </a:r>
            <a:r>
              <a:rPr lang="en-US" err="1"/>
              <a:t>ReLu</a:t>
            </a:r>
            <a:r>
              <a:rPr lang="en-US"/>
              <a:t> vs. tanh). The model was then trained over 10 epochs. The final model had three convolutional layers, each followed by a pooling layer, and two dense layers separated by the dropout. The accuracy of the CNN model was roughly 10% better than that of the multinomial model. The confusion between basophils and monocytes was somewhat lessened. There is still some confusion between myeloblasts and segmented neutrophils, but this model is more likely to correctly identify the neutrophils. This came at the cost of a decreased recall for myeloblasts. </a:t>
            </a:r>
          </a:p>
        </p:txBody>
      </p:sp>
      <p:sp>
        <p:nvSpPr>
          <p:cNvPr id="4" name="Slide Number Placeholder 3"/>
          <p:cNvSpPr>
            <a:spLocks noGrp="1"/>
          </p:cNvSpPr>
          <p:nvPr>
            <p:ph type="sldNum" sz="quarter" idx="5"/>
          </p:nvPr>
        </p:nvSpPr>
        <p:spPr/>
        <p:txBody>
          <a:bodyPr/>
          <a:lstStyle/>
          <a:p>
            <a:fld id="{38EFF46E-6B43-41F9-9272-B566D03A251C}" type="slidenum">
              <a:rPr lang="en-US" smtClean="0"/>
              <a:t>17</a:t>
            </a:fld>
            <a:endParaRPr lang="en-US"/>
          </a:p>
        </p:txBody>
      </p:sp>
    </p:spTree>
    <p:extLst>
      <p:ext uri="{BB962C8B-B14F-4D97-AF65-F5344CB8AC3E}">
        <p14:creationId xmlns:p14="http://schemas.microsoft.com/office/powerpoint/2010/main" val="2213121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Precision = actual positive instances / predicted positive instances </a:t>
            </a:r>
            <a:r>
              <a:rPr lang="en-US">
                <a:sym typeface="Wingdings" pitchFamily="2" charset="2"/>
              </a:rPr>
              <a:t></a:t>
            </a:r>
            <a:r>
              <a:rPr lang="en-US"/>
              <a:t> most precise is monocyte</a:t>
            </a:r>
          </a:p>
          <a:p>
            <a:r>
              <a:rPr lang="en-US"/>
              <a:t>Recall = predicted positive instances / actual positive instances </a:t>
            </a:r>
            <a:r>
              <a:rPr lang="en-US">
                <a:sym typeface="Wingdings" pitchFamily="2" charset="2"/>
              </a:rPr>
              <a:t> highest recall is basophil</a:t>
            </a:r>
            <a:endParaRPr lang="en-US"/>
          </a:p>
          <a:p>
            <a:r>
              <a:rPr lang="en-US"/>
              <a:t>F1-score = mean of precision and recall</a:t>
            </a:r>
          </a:p>
          <a:p>
            <a:endParaRPr lang="en-US"/>
          </a:p>
          <a:p>
            <a:r>
              <a:rPr lang="en-US"/>
              <a:t>Accuracy = number of correct predictions / total number of predictions </a:t>
            </a:r>
          </a:p>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18</a:t>
            </a:fld>
            <a:endParaRPr lang="en-US"/>
          </a:p>
        </p:txBody>
      </p:sp>
    </p:spTree>
    <p:extLst>
      <p:ext uri="{BB962C8B-B14F-4D97-AF65-F5344CB8AC3E}">
        <p14:creationId xmlns:p14="http://schemas.microsoft.com/office/powerpoint/2010/main" val="783842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ROC curve uses one-versus-rest criterion, where each category is compared against the aggregate of the remaining categories. Macro-averaging was used in its calculation, as all classes were represented equally in the data. </a:t>
            </a:r>
          </a:p>
        </p:txBody>
      </p:sp>
      <p:sp>
        <p:nvSpPr>
          <p:cNvPr id="4" name="Slide Number Placeholder 3"/>
          <p:cNvSpPr>
            <a:spLocks noGrp="1"/>
          </p:cNvSpPr>
          <p:nvPr>
            <p:ph type="sldNum" sz="quarter" idx="5"/>
          </p:nvPr>
        </p:nvSpPr>
        <p:spPr/>
        <p:txBody>
          <a:bodyPr/>
          <a:lstStyle/>
          <a:p>
            <a:fld id="{38EFF46E-6B43-41F9-9272-B566D03A251C}" type="slidenum">
              <a:rPr lang="en-US" smtClean="0"/>
              <a:t>19</a:t>
            </a:fld>
            <a:endParaRPr lang="en-US"/>
          </a:p>
        </p:txBody>
      </p:sp>
    </p:spTree>
    <p:extLst>
      <p:ext uri="{BB962C8B-B14F-4D97-AF65-F5344CB8AC3E}">
        <p14:creationId xmlns:p14="http://schemas.microsoft.com/office/powerpoint/2010/main" val="2548610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8EFF46E-6B43-41F9-9272-B566D03A251C}" type="slidenum">
              <a:rPr lang="en-US" smtClean="0"/>
              <a:t>26</a:t>
            </a:fld>
            <a:endParaRPr lang="en-US"/>
          </a:p>
        </p:txBody>
      </p:sp>
    </p:spTree>
    <p:extLst>
      <p:ext uri="{BB962C8B-B14F-4D97-AF65-F5344CB8AC3E}">
        <p14:creationId xmlns:p14="http://schemas.microsoft.com/office/powerpoint/2010/main" val="19368767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close up of a colorful background&#10;&#10;AI-generated content may be incorrect.">
            <a:extLst>
              <a:ext uri="{FF2B5EF4-FFF2-40B4-BE49-F238E27FC236}">
                <a16:creationId xmlns:a16="http://schemas.microsoft.com/office/drawing/2014/main" id="{C9D2B7C3-93C4-3719-D2A9-FBE9AFC2A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054227"/>
            <a:ext cx="8229600" cy="4727574"/>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57200"/>
            <a:ext cx="3424518" cy="1139825"/>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0"/>
            <a:ext cx="1295400" cy="381000"/>
          </a:xfrm>
        </p:spPr>
        <p:txBody>
          <a:bodyPr/>
          <a:lstStyle/>
          <a:p>
            <a:fld id="{B3CFBE15-E4BE-4B42-AEEE-ED6C6B9CFCE2}" type="datetime1">
              <a:rPr lang="en-US" smtClean="0"/>
              <a:t>10/22/2026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578857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10/22/2026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229041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5031BA-FE29-1272-03FA-2B84A99174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57800"/>
            <a:ext cx="11277600" cy="685800"/>
          </a:xfrm>
          <a:prstGeom prst="rect">
            <a:avLst/>
          </a:prstGeo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6019799"/>
            <a:ext cx="11277598" cy="38100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9EF7764-3766-AD43-917F-3181D2483C36}" type="datetime1">
              <a:rPr lang="en-US" smtClean="0"/>
              <a:t>10/22/2026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10" name="Picture Placeholder 4">
            <a:extLst>
              <a:ext uri="{FF2B5EF4-FFF2-40B4-BE49-F238E27FC236}">
                <a16:creationId xmlns:a16="http://schemas.microsoft.com/office/drawing/2014/main" id="{7071A80C-9405-B736-DA8E-7C6B87617DC7}"/>
              </a:ext>
            </a:extLst>
          </p:cNvPr>
          <p:cNvSpPr>
            <a:spLocks noGrp="1"/>
          </p:cNvSpPr>
          <p:nvPr>
            <p:ph type="pic" sz="quarter" idx="17" hasCustomPrompt="1"/>
          </p:nvPr>
        </p:nvSpPr>
        <p:spPr>
          <a:xfrm>
            <a:off x="457200" y="457199"/>
            <a:ext cx="11274552" cy="4572001"/>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460713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E88507-42ED-EBB5-0C22-CA3A46666A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52" y="3175"/>
            <a:ext cx="12186353" cy="6854823"/>
          </a:xfrm>
          <a:custGeom>
            <a:avLst/>
            <a:gdLst>
              <a:gd name="csX0" fmla="*/ 0 w 12186355"/>
              <a:gd name="csY0" fmla="*/ 0 h 6854824"/>
              <a:gd name="csX1" fmla="*/ 12186355 w 12186355"/>
              <a:gd name="csY1" fmla="*/ 0 h 6854824"/>
              <a:gd name="csX2" fmla="*/ 12186355 w 12186355"/>
              <a:gd name="csY2" fmla="*/ 454025 h 6854824"/>
              <a:gd name="csX3" fmla="*/ 4798004 w 12186355"/>
              <a:gd name="csY3" fmla="*/ 454025 h 6854824"/>
              <a:gd name="csX4" fmla="*/ 4798004 w 12186355"/>
              <a:gd name="csY4" fmla="*/ 6397625 h 6854824"/>
              <a:gd name="csX5" fmla="*/ 12186355 w 12186355"/>
              <a:gd name="csY5" fmla="*/ 6397625 h 6854824"/>
              <a:gd name="csX6" fmla="*/ 12186355 w 12186355"/>
              <a:gd name="csY6" fmla="*/ 6854824 h 6854824"/>
              <a:gd name="csX7" fmla="*/ 0 w 12186355"/>
              <a:gd name="csY7" fmla="*/ 6854824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5" h="6854824">
                <a:moveTo>
                  <a:pt x="0" y="0"/>
                </a:moveTo>
                <a:lnTo>
                  <a:pt x="12186355" y="0"/>
                </a:lnTo>
                <a:lnTo>
                  <a:pt x="12186355" y="454025"/>
                </a:lnTo>
                <a:lnTo>
                  <a:pt x="4798004" y="454025"/>
                </a:lnTo>
                <a:lnTo>
                  <a:pt x="4798004" y="6397625"/>
                </a:lnTo>
                <a:lnTo>
                  <a:pt x="12186355" y="6397625"/>
                </a:lnTo>
                <a:lnTo>
                  <a:pt x="1218635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3886198" cy="4513974"/>
          </a:xfrm>
          <a:prstGeom prst="rect">
            <a:avLst/>
          </a:prstGeo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25200"/>
            <a:ext cx="3886200" cy="975600"/>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76200" y="76201"/>
            <a:ext cx="1295400" cy="380999"/>
          </a:xfrm>
        </p:spPr>
        <p:txBody>
          <a:bodyPr/>
          <a:lstStyle/>
          <a:p>
            <a:fld id="{BD2E1884-4CA3-F14A-A3FE-9D94D32D34BF}" type="datetime1">
              <a:rPr lang="en-US" smtClean="0"/>
              <a:t>10/22/2026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096000" y="76202"/>
            <a:ext cx="6019800" cy="365124"/>
          </a:xfrm>
        </p:spPr>
        <p:txBody>
          <a:bodyPr/>
          <a:lstStyle/>
          <a:p>
            <a:r>
              <a:rPr lang="en-US"/>
              <a:t>Sample Footer Text</a:t>
            </a:r>
          </a:p>
        </p:txBody>
      </p:sp>
      <p:sp>
        <p:nvSpPr>
          <p:cNvPr id="5" name="Picture Placeholder 10">
            <a:extLst>
              <a:ext uri="{FF2B5EF4-FFF2-40B4-BE49-F238E27FC236}">
                <a16:creationId xmlns:a16="http://schemas.microsoft.com/office/drawing/2014/main" id="{9B516699-87B0-CAF3-CAD8-AA40FF750A2A}"/>
              </a:ext>
            </a:extLst>
          </p:cNvPr>
          <p:cNvSpPr>
            <a:spLocks noGrp="1"/>
          </p:cNvSpPr>
          <p:nvPr>
            <p:ph type="pic" sz="quarter" idx="13" hasCustomPrompt="1"/>
          </p:nvPr>
        </p:nvSpPr>
        <p:spPr>
          <a:xfrm>
            <a:off x="4794950" y="457200"/>
            <a:ext cx="7388352"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820400" y="6416675"/>
            <a:ext cx="12954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12450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A396DB-37C9-E6F8-96EC-A98E709036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0 w 12186353"/>
              <a:gd name="csY0" fmla="*/ 6854824 h 6854824"/>
              <a:gd name="csX1" fmla="*/ 12186353 w 12186353"/>
              <a:gd name="csY1" fmla="*/ 6854824 h 6854824"/>
              <a:gd name="csX2" fmla="*/ 12186353 w 12186353"/>
              <a:gd name="csY2" fmla="*/ 0 h 6854824"/>
              <a:gd name="csX3" fmla="*/ 0 w 12186353"/>
              <a:gd name="csY3" fmla="*/ 0 h 6854824"/>
              <a:gd name="csX4" fmla="*/ 0 w 12186353"/>
              <a:gd name="csY4" fmla="*/ 457198 h 6854824"/>
              <a:gd name="csX5" fmla="*/ 7418624 w 12186353"/>
              <a:gd name="csY5" fmla="*/ 457198 h 6854824"/>
              <a:gd name="csX6" fmla="*/ 7418624 w 12186353"/>
              <a:gd name="csY6" fmla="*/ 6400798 h 6854824"/>
              <a:gd name="csX7" fmla="*/ 0 w 12186353"/>
              <a:gd name="csY7" fmla="*/ 6400798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4">
                <a:moveTo>
                  <a:pt x="0" y="6854824"/>
                </a:moveTo>
                <a:lnTo>
                  <a:pt x="12186353" y="6854824"/>
                </a:lnTo>
                <a:lnTo>
                  <a:pt x="12186353" y="0"/>
                </a:lnTo>
                <a:lnTo>
                  <a:pt x="0" y="0"/>
                </a:lnTo>
                <a:lnTo>
                  <a:pt x="0" y="457198"/>
                </a:lnTo>
                <a:lnTo>
                  <a:pt x="7418624" y="457198"/>
                </a:lnTo>
                <a:lnTo>
                  <a:pt x="7418624" y="6400798"/>
                </a:lnTo>
                <a:lnTo>
                  <a:pt x="0" y="6400798"/>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18702" y="1856835"/>
            <a:ext cx="3816098" cy="3048276"/>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2" y="5362310"/>
            <a:ext cx="3816098" cy="1026767"/>
          </a:xfrm>
        </p:spPr>
        <p:txBody>
          <a:bodyPr vert="horz" lIns="91440" tIns="45720" rIns="91440" bIns="45720" rtlCol="0">
            <a:normAutofit/>
          </a:bodyPr>
          <a:lstStyle>
            <a:lvl1pPr marL="0" indent="0">
              <a:lnSpc>
                <a:spcPct val="100000"/>
              </a:lnSpc>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DCB9363-2EBD-E747-A181-1D3A08C65245}" type="datetime1">
              <a:rPr lang="en-US" smtClean="0"/>
              <a:t>10/22/2026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9" name="Picture Placeholder 13">
            <a:extLst>
              <a:ext uri="{FF2B5EF4-FFF2-40B4-BE49-F238E27FC236}">
                <a16:creationId xmlns:a16="http://schemas.microsoft.com/office/drawing/2014/main" id="{29ACD8CA-973C-C07A-B4B5-1C33BD62674E}"/>
              </a:ext>
            </a:extLst>
          </p:cNvPr>
          <p:cNvSpPr>
            <a:spLocks noGrp="1"/>
          </p:cNvSpPr>
          <p:nvPr>
            <p:ph type="pic" sz="quarter" idx="14" hasCustomPrompt="1"/>
          </p:nvPr>
        </p:nvSpPr>
        <p:spPr>
          <a:xfrm>
            <a:off x="1" y="457200"/>
            <a:ext cx="742427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4566599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CBD8CA-F53F-CFB6-D102-6C4CA833B8E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8229600" cy="5414681"/>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43599"/>
            <a:ext cx="10896600" cy="46168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87593"/>
            <a:ext cx="914400" cy="365125"/>
          </a:xfrm>
        </p:spPr>
        <p:txBody>
          <a:bodyPr/>
          <a:lstStyle/>
          <a:p>
            <a:fld id="{A43625EB-9CE7-FE4A-962B-ADA6590F06B0}" type="datetime1">
              <a:rPr lang="en-US" smtClean="0"/>
              <a:t>10/22/2026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310395" y="87593"/>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058036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17588" y="457200"/>
            <a:ext cx="8723871" cy="4419600"/>
          </a:xfrm>
          <a:prstGeom prst="rect">
            <a:avLst/>
          </a:prstGeom>
        </p:spPr>
        <p:txBody>
          <a:bodyPr anchor="b">
            <a:normAutofit/>
          </a:bodyPr>
          <a:lstStyle>
            <a:lvl1pPr algn="ct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7100" y="5483226"/>
            <a:ext cx="5257800" cy="917574"/>
          </a:xfrm>
        </p:spPr>
        <p:txBody>
          <a:bodyPr anchor="b">
            <a:norm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8E0F305-9E38-2F43-A154-0A13A54C557F}" type="datetime1">
              <a:rPr lang="en-US" smtClean="0"/>
              <a:t>10/22/2026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626967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9" name="Title 8">
            <a:extLst>
              <a:ext uri="{FF2B5EF4-FFF2-40B4-BE49-F238E27FC236}">
                <a16:creationId xmlns:a16="http://schemas.microsoft.com/office/drawing/2014/main" id="{DDDC27D1-1506-B7FD-BBD8-570878A444FC}"/>
              </a:ext>
            </a:extLst>
          </p:cNvPr>
          <p:cNvSpPr>
            <a:spLocks noGrp="1"/>
          </p:cNvSpPr>
          <p:nvPr>
            <p:ph type="title"/>
          </p:nvPr>
        </p:nvSpPr>
        <p:spPr>
          <a:xfrm>
            <a:off x="457200" y="457200"/>
            <a:ext cx="7380952" cy="6277097"/>
          </a:xfrm>
        </p:spPr>
        <p:txBody>
          <a:bodyPr anchor="b"/>
          <a:lstStyle>
            <a:lvl1pP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95354" y="457200"/>
            <a:ext cx="3439445" cy="2971800"/>
          </a:xfrm>
        </p:spPr>
        <p:txBody>
          <a:bodyPr anchor="t">
            <a:normAutofit/>
          </a:bodyPr>
          <a:lstStyle>
            <a:lvl1pPr marL="0" indent="0" algn="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258CAE-C0F2-B346-BD4B-417B70F2F6EB}" type="datetime1">
              <a:rPr lang="en-US" smtClean="0"/>
              <a:t>10/22/2026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703248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2BFDAB-1042-6B32-CEEF-4E400B77CF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3174"/>
            <a:ext cx="12192002" cy="6854824"/>
          </a:xfrm>
          <a:custGeom>
            <a:avLst/>
            <a:gdLst>
              <a:gd name="csX0" fmla="*/ 0 w 5650525"/>
              <a:gd name="csY0" fmla="*/ 0 h 6854824"/>
              <a:gd name="csX1" fmla="*/ 5650525 w 5650525"/>
              <a:gd name="csY1" fmla="*/ 0 h 6854824"/>
              <a:gd name="csX2" fmla="*/ 5650525 w 5650525"/>
              <a:gd name="csY2" fmla="*/ 6854824 h 6854824"/>
              <a:gd name="csX3" fmla="*/ 0 w 5650525"/>
              <a:gd name="csY3" fmla="*/ 6854824 h 6854824"/>
            </a:gdLst>
            <a:ahLst/>
            <a:cxnLst>
              <a:cxn ang="0">
                <a:pos x="csX0" y="csY0"/>
              </a:cxn>
              <a:cxn ang="0">
                <a:pos x="csX1" y="csY1"/>
              </a:cxn>
              <a:cxn ang="0">
                <a:pos x="csX2" y="csY2"/>
              </a:cxn>
              <a:cxn ang="0">
                <a:pos x="csX3" y="csY3"/>
              </a:cxn>
            </a:cxnLst>
            <a:rect l="l" t="t" r="r" b="b"/>
            <a:pathLst>
              <a:path w="5650525" h="6854824">
                <a:moveTo>
                  <a:pt x="0" y="0"/>
                </a:moveTo>
                <a:lnTo>
                  <a:pt x="5650525" y="0"/>
                </a:lnTo>
                <a:lnTo>
                  <a:pt x="565052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7845553"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51EF5BDB-72C5-6C45-B365-DB2A3AA7E4EB}" type="datetime1">
              <a:rPr lang="en-US" smtClean="0"/>
              <a:t>10/22/2026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78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5063-D727-8995-60D3-02623A7C2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9982201"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FF6B260B-9C30-8041-A127-55431CED219C}" type="datetime1">
              <a:rPr lang="en-US" smtClean="0"/>
              <a:t>10/22/2026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93427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E223EA-E781-514C-FE24-98349C5AF9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6386732"/>
              <a:gd name="csY0" fmla="*/ 0 h 6858000"/>
              <a:gd name="csX1" fmla="*/ 6386732 w 6386732"/>
              <a:gd name="csY1" fmla="*/ 0 h 6858000"/>
              <a:gd name="csX2" fmla="*/ 6386732 w 6386732"/>
              <a:gd name="csY2" fmla="*/ 6858000 h 6858000"/>
              <a:gd name="csX3" fmla="*/ 0 w 6386732"/>
              <a:gd name="csY3" fmla="*/ 6858000 h 6858000"/>
            </a:gdLst>
            <a:ahLst/>
            <a:cxnLst>
              <a:cxn ang="0">
                <a:pos x="csX0" y="csY0"/>
              </a:cxn>
              <a:cxn ang="0">
                <a:pos x="csX1" y="csY1"/>
              </a:cxn>
              <a:cxn ang="0">
                <a:pos x="csX2" y="csY2"/>
              </a:cxn>
              <a:cxn ang="0">
                <a:pos x="csX3" y="csY3"/>
              </a:cxn>
            </a:cxnLst>
            <a:rect l="l" t="t" r="r" b="b"/>
            <a:pathLst>
              <a:path w="6386732" h="6858000">
                <a:moveTo>
                  <a:pt x="0" y="0"/>
                </a:moveTo>
                <a:lnTo>
                  <a:pt x="6386732" y="0"/>
                </a:lnTo>
                <a:lnTo>
                  <a:pt x="6386732"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4200" y="457200"/>
            <a:ext cx="4800600" cy="2540756"/>
          </a:xfrm>
          <a:prstGeom prst="rect">
            <a:avLst/>
          </a:prstGeom>
        </p:spPr>
        <p:txBody>
          <a:bodyPr anchor="b">
            <a:normAutofit/>
          </a:bodyPr>
          <a:lstStyle>
            <a:lvl1pPr>
              <a:defRPr sz="6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3FFE14-963B-F240-A047-D4733954729E}" type="datetime1">
              <a:rPr lang="en-US" smtClean="0"/>
              <a:t>10/22/2026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34200" y="3455158"/>
            <a:ext cx="4800600"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533815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6842E55-F2D0-924E-CEFB-721E6B52A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8718468" cy="2540756"/>
          </a:xfrm>
          <a:prstGeom prst="rect">
            <a:avLst/>
          </a:prstGeom>
        </p:spPr>
        <p:txBody>
          <a:bodyPr anchor="b">
            <a:normAutofit/>
          </a:bodyPr>
          <a:lstStyle>
            <a:lvl1pPr>
              <a:defRPr sz="6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EC70E42-D83C-0945-8790-6453F9081E20}" type="datetime1">
              <a:rPr lang="en-US" smtClean="0"/>
              <a:t>10/22/2026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8718468"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5245476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EFDED5-938A-286B-8D7B-122F48C83F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457200 h 6858000"/>
              <a:gd name="csX3" fmla="*/ 5715000 w 12192000"/>
              <a:gd name="csY3" fmla="*/ 457200 h 6858000"/>
              <a:gd name="csX4" fmla="*/ 5715000 w 12192000"/>
              <a:gd name="csY4" fmla="*/ 6400800 h 6858000"/>
              <a:gd name="csX5" fmla="*/ 12192000 w 12192000"/>
              <a:gd name="csY5" fmla="*/ 640080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457200"/>
                </a:lnTo>
                <a:lnTo>
                  <a:pt x="5715000" y="457200"/>
                </a:lnTo>
                <a:lnTo>
                  <a:pt x="5715000" y="6400800"/>
                </a:lnTo>
                <a:lnTo>
                  <a:pt x="12192000" y="6400800"/>
                </a:lnTo>
                <a:lnTo>
                  <a:pt x="12192000"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4800600" cy="2540758"/>
          </a:xfrm>
          <a:prstGeom prst="rect">
            <a:avLst/>
          </a:prstGeom>
        </p:spPr>
        <p:txBody>
          <a:bodyPr anchor="t">
            <a:normAutofit/>
          </a:bodyPr>
          <a:lstStyle>
            <a:lvl1pPr>
              <a:defRPr sz="6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C14B53C-24D5-7E4A-A014-94F398D5C635}" type="datetime1">
              <a:rPr lang="en-US" smtClean="0"/>
              <a:t>10/22/2026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4800601" cy="2945642"/>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CF711452-E8CD-4198-878F-62016D1DDAAE}"/>
              </a:ext>
            </a:extLst>
          </p:cNvPr>
          <p:cNvSpPr>
            <a:spLocks noGrp="1"/>
          </p:cNvSpPr>
          <p:nvPr>
            <p:ph type="pic" sz="quarter" idx="14" hasCustomPrompt="1"/>
          </p:nvPr>
        </p:nvSpPr>
        <p:spPr>
          <a:xfrm>
            <a:off x="5715000" y="457200"/>
            <a:ext cx="6480048" cy="5943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a:defRPr/>
            </a:lvl1pPr>
          </a:lstStyle>
          <a:p>
            <a:r>
              <a:rPr lang="en-US"/>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4089133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4AEF0-FD49-9901-2650-A660E32BBD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flipV="1">
            <a:off x="5649" y="3174"/>
            <a:ext cx="12186352" cy="6854823"/>
          </a:xfrm>
          <a:prstGeom prst="rect">
            <a:avLst/>
          </a:prstGeom>
        </p:spPr>
      </p:pic>
      <p:sp>
        <p:nvSpPr>
          <p:cNvPr id="9" name="Title 8">
            <a:extLst>
              <a:ext uri="{FF2B5EF4-FFF2-40B4-BE49-F238E27FC236}">
                <a16:creationId xmlns:a16="http://schemas.microsoft.com/office/drawing/2014/main" id="{1559CC2E-67E0-CD45-1923-3D29474D2A5B}"/>
              </a:ext>
            </a:extLst>
          </p:cNvPr>
          <p:cNvSpPr>
            <a:spLocks noGrp="1"/>
          </p:cNvSpPr>
          <p:nvPr>
            <p:ph type="title"/>
          </p:nvPr>
        </p:nvSpPr>
        <p:spPr>
          <a:xfrm>
            <a:off x="6934200" y="510298"/>
            <a:ext cx="4800600" cy="3381766"/>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23D06D-70B8-D14B-A67C-9271374366C3}" type="datetime1">
              <a:rPr lang="en-US" smtClean="0"/>
              <a:t>10/22/2026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1" name="Content Placeholder 11">
            <a:extLst>
              <a:ext uri="{FF2B5EF4-FFF2-40B4-BE49-F238E27FC236}">
                <a16:creationId xmlns:a16="http://schemas.microsoft.com/office/drawing/2014/main" id="{7EBA0937-B41B-914E-2AAC-46E2E3534AD2}"/>
              </a:ext>
            </a:extLst>
          </p:cNvPr>
          <p:cNvSpPr>
            <a:spLocks noGrp="1"/>
          </p:cNvSpPr>
          <p:nvPr>
            <p:ph sz="quarter" idx="15"/>
          </p:nvPr>
        </p:nvSpPr>
        <p:spPr>
          <a:xfrm>
            <a:off x="6934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754065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589F9-B5E9-4B33-8105-9AC2FFA5989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8" name="Title 7">
            <a:extLst>
              <a:ext uri="{FF2B5EF4-FFF2-40B4-BE49-F238E27FC236}">
                <a16:creationId xmlns:a16="http://schemas.microsoft.com/office/drawing/2014/main" id="{CB78262B-02D6-47C9-67D0-07D0F3357461}"/>
              </a:ext>
            </a:extLst>
          </p:cNvPr>
          <p:cNvSpPr>
            <a:spLocks noGrp="1"/>
          </p:cNvSpPr>
          <p:nvPr>
            <p:ph type="title"/>
          </p:nvPr>
        </p:nvSpPr>
        <p:spPr>
          <a:xfrm>
            <a:off x="457200" y="908537"/>
            <a:ext cx="4800600" cy="2983527"/>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5AE1D74-C13D-F14A-9B9E-EB7933559C88}" type="datetime1">
              <a:rPr lang="en-US" smtClean="0"/>
              <a:t>10/22/2026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2" name="Content Placeholder 11">
            <a:extLst>
              <a:ext uri="{FF2B5EF4-FFF2-40B4-BE49-F238E27FC236}">
                <a16:creationId xmlns:a16="http://schemas.microsoft.com/office/drawing/2014/main" id="{2DBB5A5D-0276-D53B-63DA-FE8A52528AC6}"/>
              </a:ext>
            </a:extLst>
          </p:cNvPr>
          <p:cNvSpPr>
            <a:spLocks noGrp="1"/>
          </p:cNvSpPr>
          <p:nvPr>
            <p:ph sz="quarter" idx="15"/>
          </p:nvPr>
        </p:nvSpPr>
        <p:spPr>
          <a:xfrm>
            <a:off x="457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5250192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4CEF6-557E-9804-CC9A-89809A5FF7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600200"/>
            <a:ext cx="3657600" cy="3657600"/>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4FB7707-CCB1-0246-9925-E5DB223369A7}" type="datetime1">
              <a:rPr lang="en-US" smtClean="0"/>
              <a:t>10/22/2026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9" name="Content Placeholder 7">
            <a:extLst>
              <a:ext uri="{FF2B5EF4-FFF2-40B4-BE49-F238E27FC236}">
                <a16:creationId xmlns:a16="http://schemas.microsoft.com/office/drawing/2014/main" id="{847EA967-03AF-58FD-4A3C-C4F2DD0449F3}"/>
              </a:ext>
            </a:extLst>
          </p:cNvPr>
          <p:cNvSpPr>
            <a:spLocks noGrp="1"/>
          </p:cNvSpPr>
          <p:nvPr>
            <p:ph sz="quarter" idx="14"/>
          </p:nvPr>
        </p:nvSpPr>
        <p:spPr>
          <a:xfrm>
            <a:off x="5105400" y="1600200"/>
            <a:ext cx="5565663" cy="3657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690764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BAAE26-8B0A-A488-121D-8BF5642E9046}"/>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AE76B46A-8201-CC4A-8088-50255B4B9D0D}" type="datetime1">
              <a:rPr lang="en-US" smtClean="0"/>
              <a:t>10/22/2026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5400" y="1386993"/>
            <a:ext cx="6629400" cy="4083579"/>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4819667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60BFB7-1A46-3D6C-10AE-175CE77B8EBC}"/>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F2D9860-67F8-974D-8794-2C5A1B3DA504}" type="datetime1">
              <a:rPr lang="en-US" smtClean="0"/>
              <a:t>10/22/2026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05400" y="1050111"/>
            <a:ext cx="6629400" cy="4940661"/>
          </a:xfrm>
        </p:spPr>
        <p:txBody>
          <a:bodyPr anchor="ct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9153512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B91743-0D30-2350-EB44-06EFA20D93F8}"/>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8351A969-2D26-4F49-AF79-EF4D76632F71}" type="datetime1">
              <a:rPr lang="en-US" smtClean="0"/>
              <a:t>10/22/2026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7">
            <a:extLst>
              <a:ext uri="{FF2B5EF4-FFF2-40B4-BE49-F238E27FC236}">
                <a16:creationId xmlns:a16="http://schemas.microsoft.com/office/drawing/2014/main" id="{02E3AAFD-6A60-1D0B-28FF-0B5CB92D6A3C}"/>
              </a:ext>
            </a:extLst>
          </p:cNvPr>
          <p:cNvSpPr>
            <a:spLocks noGrp="1"/>
          </p:cNvSpPr>
          <p:nvPr>
            <p:ph sz="quarter" idx="14"/>
          </p:nvPr>
        </p:nvSpPr>
        <p:spPr>
          <a:xfrm>
            <a:off x="5105400" y="457200"/>
            <a:ext cx="6629400" cy="5943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265497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313C0D-237C-145D-6D99-0704931ED3D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3827047 w 12186352"/>
              <a:gd name="csY3" fmla="*/ 454026 h 6854823"/>
              <a:gd name="csX4" fmla="*/ 3827047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3827047" y="454026"/>
                </a:lnTo>
                <a:lnTo>
                  <a:pt x="3827047"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2102" y="457200"/>
            <a:ext cx="2887123" cy="2514601"/>
          </a:xfrm>
          <a:prstGeom prst="rect">
            <a:avLst/>
          </a:prstGeom>
        </p:spPr>
        <p:txBody>
          <a:bodyPr anchor="b"/>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83FCCD6-08E9-5F43-B78A-D6D06FA7D888}" type="datetime1">
              <a:rPr lang="en-US" smtClean="0"/>
              <a:t>10/22/2026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11" name="Content Placeholder 7">
            <a:extLst>
              <a:ext uri="{FF2B5EF4-FFF2-40B4-BE49-F238E27FC236}">
                <a16:creationId xmlns:a16="http://schemas.microsoft.com/office/drawing/2014/main" id="{983E9A5C-C933-60D2-BA0B-5D63E2467D6A}"/>
              </a:ext>
            </a:extLst>
          </p:cNvPr>
          <p:cNvSpPr>
            <a:spLocks noGrp="1"/>
          </p:cNvSpPr>
          <p:nvPr>
            <p:ph sz="quarter" idx="15"/>
          </p:nvPr>
        </p:nvSpPr>
        <p:spPr>
          <a:xfrm>
            <a:off x="492102" y="3429000"/>
            <a:ext cx="2887123" cy="297179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74DB69AA-A231-8C00-D853-CD5E094B0681}"/>
              </a:ext>
            </a:extLst>
          </p:cNvPr>
          <p:cNvSpPr>
            <a:spLocks noGrp="1"/>
          </p:cNvSpPr>
          <p:nvPr>
            <p:ph type="pic" sz="quarter" idx="13" hasCustomPrompt="1"/>
          </p:nvPr>
        </p:nvSpPr>
        <p:spPr>
          <a:xfrm>
            <a:off x="3832696" y="457200"/>
            <a:ext cx="8359305"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799"/>
            <a:ext cx="1295400" cy="381001"/>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7581583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4FBE-6941-996E-732C-BE9042D03FA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4568825 h 6854823"/>
              <a:gd name="csX2" fmla="*/ 11729151 w 12186352"/>
              <a:gd name="csY2" fmla="*/ 4568825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4568825"/>
                </a:lnTo>
                <a:lnTo>
                  <a:pt x="11729151" y="4568825"/>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029201"/>
            <a:ext cx="3810000" cy="13716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752D2-CCDE-DA48-AA88-B770548F7575}" type="datetime1">
              <a:rPr lang="en-US" smtClean="0"/>
              <a:t>10/22/2026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4D0830D9-CC27-C2C3-C727-D0E6E595B28C}"/>
              </a:ext>
            </a:extLst>
          </p:cNvPr>
          <p:cNvSpPr>
            <a:spLocks noGrp="1"/>
          </p:cNvSpPr>
          <p:nvPr>
            <p:ph type="pic" sz="quarter" idx="13" hasCustomPrompt="1"/>
          </p:nvPr>
        </p:nvSpPr>
        <p:spPr>
          <a:xfrm>
            <a:off x="457200" y="457200"/>
            <a:ext cx="11277600" cy="4114799"/>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18751" y="5029200"/>
            <a:ext cx="7016048" cy="1371600"/>
          </a:xfrm>
        </p:spPr>
        <p:txBody>
          <a:bodyPr vert="horz" lIns="91440" tIns="45720" rIns="91440" bIns="45720" rtlCol="0">
            <a:normAutofit/>
          </a:bodyPr>
          <a:lstStyle>
            <a:lvl1pPr marL="0" indent="0">
              <a:lnSpc>
                <a:spcPct val="100000"/>
              </a:lnSpc>
              <a:spcBef>
                <a:spcPts val="0"/>
              </a:spcBef>
              <a:buNone/>
              <a:defRPr lang="en-US" dirty="0"/>
            </a:lvl1pPr>
            <a:lvl2pPr marL="228600" indent="0">
              <a:lnSpc>
                <a:spcPct val="100000"/>
              </a:lnSpc>
              <a:spcBef>
                <a:spcPts val="0"/>
              </a:spcBef>
              <a:buNone/>
              <a:defRPr lang="en-US" dirty="0"/>
            </a:lvl2pPr>
            <a:lvl3pPr marL="457200" indent="0">
              <a:lnSpc>
                <a:spcPct val="100000"/>
              </a:lnSpc>
              <a:spcBef>
                <a:spcPts val="0"/>
              </a:spcBef>
              <a:buNone/>
              <a:defRPr lang="en-US" dirty="0"/>
            </a:lvl3pPr>
            <a:lvl4pPr marL="685800" indent="0">
              <a:lnSpc>
                <a:spcPct val="100000"/>
              </a:lnSpc>
              <a:spcBef>
                <a:spcPts val="0"/>
              </a:spcBef>
              <a:buNone/>
              <a:defRPr lang="en-US" dirty="0"/>
            </a:lvl4pPr>
            <a:lvl5pPr marL="914400" indent="0">
              <a:lnSpc>
                <a:spcPct val="100000"/>
              </a:lnSpc>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9409074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B3BA5-C3CC-30C6-920A-AFE4D14AF261}"/>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8" y="3177"/>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3 h 6854823"/>
              <a:gd name="csX5" fmla="*/ 4761059 w 12186352"/>
              <a:gd name="csY5" fmla="*/ 6397623 h 6854823"/>
              <a:gd name="csX6" fmla="*/ 4761059 w 12186352"/>
              <a:gd name="csY6" fmla="*/ 454023 h 6854823"/>
              <a:gd name="csX7" fmla="*/ 12186352 w 12186352"/>
              <a:gd name="csY7" fmla="*/ 4540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3"/>
                </a:lnTo>
                <a:lnTo>
                  <a:pt x="4761059" y="6397623"/>
                </a:lnTo>
                <a:lnTo>
                  <a:pt x="4761059" y="454023"/>
                </a:lnTo>
                <a:lnTo>
                  <a:pt x="12186352" y="454023"/>
                </a:lnTo>
                <a:close/>
              </a:path>
            </a:pathLst>
          </a:custGeom>
        </p:spPr>
      </p:pic>
      <p:sp>
        <p:nvSpPr>
          <p:cNvPr id="3" name="Title 1">
            <a:extLst>
              <a:ext uri="{FF2B5EF4-FFF2-40B4-BE49-F238E27FC236}">
                <a16:creationId xmlns:a16="http://schemas.microsoft.com/office/drawing/2014/main" id="{1B804614-19A7-C141-7231-844689471208}"/>
              </a:ext>
            </a:extLst>
          </p:cNvPr>
          <p:cNvSpPr>
            <a:spLocks noGrp="1"/>
          </p:cNvSpPr>
          <p:nvPr>
            <p:ph type="title"/>
          </p:nvPr>
        </p:nvSpPr>
        <p:spPr>
          <a:xfrm>
            <a:off x="7890964" y="457200"/>
            <a:ext cx="3843837" cy="1710063"/>
          </a:xfrm>
          <a:prstGeom prst="rect">
            <a:avLst/>
          </a:prstGeom>
        </p:spPr>
        <p:txBody>
          <a:bodyPr anchor="b">
            <a:normAutofit/>
          </a:bodyPr>
          <a:lstStyle>
            <a:lvl1pPr>
              <a:defRPr sz="3600"/>
            </a:lvl1pPr>
          </a:lstStyle>
          <a:p>
            <a:r>
              <a:rPr lang="en-US"/>
              <a:t>Click to edit Master title style</a:t>
            </a:r>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76200" y="76200"/>
            <a:ext cx="1295401" cy="381000"/>
          </a:xfrm>
        </p:spPr>
        <p:txBody>
          <a:bodyPr/>
          <a:lstStyle/>
          <a:p>
            <a:fld id="{2E2458BC-FE32-0A45-9DD7-ED7D64447D19}" type="datetime1">
              <a:rPr lang="en-US" smtClean="0"/>
              <a:t>10/22/2026</a:t>
            </a:fld>
            <a:endParaRPr lang="en-US"/>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6096000" y="76200"/>
            <a:ext cx="6019800" cy="384048"/>
          </a:xfrm>
        </p:spPr>
        <p:txBody>
          <a:bodyPr/>
          <a:lstStyle/>
          <a:p>
            <a:r>
              <a:rPr lang="en-US"/>
              <a:t>Sample Footer Text</a:t>
            </a:r>
          </a:p>
        </p:txBody>
      </p:sp>
      <p:sp>
        <p:nvSpPr>
          <p:cNvPr id="4" name="Picture Placeholder 10">
            <a:extLst>
              <a:ext uri="{FF2B5EF4-FFF2-40B4-BE49-F238E27FC236}">
                <a16:creationId xmlns:a16="http://schemas.microsoft.com/office/drawing/2014/main" id="{B4F324D2-4F52-DFB7-CF7C-C3182974B46A}"/>
              </a:ext>
            </a:extLst>
          </p:cNvPr>
          <p:cNvSpPr>
            <a:spLocks noGrp="1"/>
          </p:cNvSpPr>
          <p:nvPr>
            <p:ph type="pic" sz="quarter" idx="13" hasCustomPrompt="1"/>
          </p:nvPr>
        </p:nvSpPr>
        <p:spPr>
          <a:xfrm>
            <a:off x="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890964" y="2624462"/>
            <a:ext cx="3843837" cy="3776337"/>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6608221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8C312-FD23-D608-5B72-5DB43989560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4755412 w 12186352"/>
              <a:gd name="csY3" fmla="*/ 454026 h 6854823"/>
              <a:gd name="csX4" fmla="*/ 4755412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4755412" y="454026"/>
                </a:lnTo>
                <a:lnTo>
                  <a:pt x="4755412"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3714" cy="1710064"/>
          </a:xfrm>
          <a:prstGeom prst="rect">
            <a:avLst/>
          </a:prstGeom>
        </p:spPr>
        <p:txBody>
          <a:bodyPr anchor="b">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76200" y="76201"/>
            <a:ext cx="1295400" cy="381000"/>
          </a:xfrm>
        </p:spPr>
        <p:txBody>
          <a:bodyPr/>
          <a:lstStyle/>
          <a:p>
            <a:fld id="{1233975F-0E53-0840-98CD-E03B319E6BC3}" type="datetime1">
              <a:rPr lang="en-US" smtClean="0"/>
              <a:t>10/22/2026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096000" y="76201"/>
            <a:ext cx="6019799" cy="381000"/>
          </a:xfrm>
        </p:spPr>
        <p:txBody>
          <a:bodyPr/>
          <a:lstStyle/>
          <a:p>
            <a:r>
              <a:rPr lang="en-US"/>
              <a:t>Sample Footer Text</a:t>
            </a:r>
          </a:p>
        </p:txBody>
      </p:sp>
      <p:sp>
        <p:nvSpPr>
          <p:cNvPr id="6" name="Content Placeholder 7">
            <a:extLst>
              <a:ext uri="{FF2B5EF4-FFF2-40B4-BE49-F238E27FC236}">
                <a16:creationId xmlns:a16="http://schemas.microsoft.com/office/drawing/2014/main" id="{C04AEB09-C22F-E34F-DEF8-A875003EEE36}"/>
              </a:ext>
            </a:extLst>
          </p:cNvPr>
          <p:cNvSpPr>
            <a:spLocks noGrp="1"/>
          </p:cNvSpPr>
          <p:nvPr>
            <p:ph sz="quarter" idx="18"/>
          </p:nvPr>
        </p:nvSpPr>
        <p:spPr>
          <a:xfrm>
            <a:off x="457201" y="2621290"/>
            <a:ext cx="3813714" cy="377951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B255439D-9DD5-19F0-DFF1-101A9899DFC7}"/>
              </a:ext>
            </a:extLst>
          </p:cNvPr>
          <p:cNvSpPr>
            <a:spLocks noGrp="1"/>
          </p:cNvSpPr>
          <p:nvPr>
            <p:ph type="pic" sz="quarter" idx="13" hasCustomPrompt="1"/>
          </p:nvPr>
        </p:nvSpPr>
        <p:spPr>
          <a:xfrm>
            <a:off x="476106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7370759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DD87899-462F-D06B-5D64-3ED065B39543}"/>
              </a:ext>
            </a:extLst>
          </p:cNvPr>
          <p:cNvSpPr>
            <a:spLocks noGrp="1"/>
          </p:cNvSpPr>
          <p:nvPr>
            <p:ph type="title"/>
          </p:nvPr>
        </p:nvSpPr>
        <p:spPr>
          <a:xfrm>
            <a:off x="6999060" y="457200"/>
            <a:ext cx="4735740" cy="1306009"/>
          </a:xfrm>
          <a:prstGeom prst="rect">
            <a:avLst/>
          </a:prstGeom>
        </p:spPr>
        <p:txBody>
          <a:bodyPr anchor="b"/>
          <a:lstStyle/>
          <a:p>
            <a:r>
              <a:rPr lang="en-US"/>
              <a:t>Click to edit Master title style</a:t>
            </a:r>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76201" y="76201"/>
            <a:ext cx="1295400" cy="380999"/>
          </a:xfrm>
        </p:spPr>
        <p:txBody>
          <a:bodyPr/>
          <a:lstStyle/>
          <a:p>
            <a:fld id="{D0CA20AB-D25D-704E-83C3-6B013E02E645}" type="datetime1">
              <a:rPr lang="en-US" smtClean="0"/>
              <a:t>10/22/2026</a:t>
            </a:fld>
            <a:endParaRPr lang="en-US"/>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096000" y="76201"/>
            <a:ext cx="6019799" cy="380999"/>
          </a:xfrm>
        </p:spPr>
        <p:txBody>
          <a:bodyPr/>
          <a:lstStyle>
            <a:lvl1pPr>
              <a:defRPr>
                <a:solidFill>
                  <a:schemeClr val="tx1"/>
                </a:solidFill>
                <a:effectLst/>
              </a:defRPr>
            </a:lvl1pPr>
          </a:lstStyle>
          <a:p>
            <a:r>
              <a:rPr lang="en-US"/>
              <a:t>Sample Footer Text</a:t>
            </a:r>
          </a:p>
        </p:txBody>
      </p:sp>
      <p:sp>
        <p:nvSpPr>
          <p:cNvPr id="6" name="Picture Placeholder 10">
            <a:extLst>
              <a:ext uri="{FF2B5EF4-FFF2-40B4-BE49-F238E27FC236}">
                <a16:creationId xmlns:a16="http://schemas.microsoft.com/office/drawing/2014/main" id="{805F337F-4512-E680-8F5A-95C181282643}"/>
              </a:ext>
            </a:extLst>
          </p:cNvPr>
          <p:cNvSpPr>
            <a:spLocks noGrp="1"/>
          </p:cNvSpPr>
          <p:nvPr>
            <p:ph type="pic" sz="quarter" idx="13" hasCustomPrompt="1"/>
          </p:nvPr>
        </p:nvSpPr>
        <p:spPr>
          <a:xfrm>
            <a:off x="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3" name="Content Placeholder 7">
            <a:extLst>
              <a:ext uri="{FF2B5EF4-FFF2-40B4-BE49-F238E27FC236}">
                <a16:creationId xmlns:a16="http://schemas.microsoft.com/office/drawing/2014/main" id="{C68F33D8-4565-CA0E-DF2E-27FBE006F917}"/>
              </a:ext>
            </a:extLst>
          </p:cNvPr>
          <p:cNvSpPr>
            <a:spLocks noGrp="1"/>
          </p:cNvSpPr>
          <p:nvPr>
            <p:ph sz="quarter" idx="14"/>
          </p:nvPr>
        </p:nvSpPr>
        <p:spPr>
          <a:xfrm>
            <a:off x="6999060" y="2209800"/>
            <a:ext cx="4735740" cy="4191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0820399" y="6400800"/>
            <a:ext cx="1295399" cy="381000"/>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406978690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445860" y="457200"/>
            <a:ext cx="4796699" cy="1306009"/>
          </a:xfrm>
          <a:prstGeom prst="rect">
            <a:avLst/>
          </a:prstGeom>
        </p:spPr>
        <p:txBody>
          <a:bodyPr anchor="b"/>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1" cy="380999"/>
          </a:xfrm>
        </p:spPr>
        <p:txBody>
          <a:bodyPr/>
          <a:lstStyle/>
          <a:p>
            <a:fld id="{B31F77D0-31D8-5446-A1F3-FE6147C324EC}" type="datetime1">
              <a:rPr lang="en-US" smtClean="0"/>
              <a:t>10/22/2026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2"/>
            <a:ext cx="6019800" cy="380998"/>
          </a:xfrm>
        </p:spPr>
        <p:txBody>
          <a:bodyPr/>
          <a:lstStyle>
            <a:lvl1pPr>
              <a:defRPr>
                <a:solidFill>
                  <a:schemeClr val="tx1"/>
                </a:solidFill>
                <a:effectLst/>
              </a:defRPr>
            </a:lvl1pPr>
          </a:lstStyle>
          <a:p>
            <a:r>
              <a:rPr lang="en-US"/>
              <a:t>Sample Footer Text</a:t>
            </a:r>
          </a:p>
        </p:txBody>
      </p:sp>
      <p:sp>
        <p:nvSpPr>
          <p:cNvPr id="4" name="Content Placeholder 7">
            <a:extLst>
              <a:ext uri="{FF2B5EF4-FFF2-40B4-BE49-F238E27FC236}">
                <a16:creationId xmlns:a16="http://schemas.microsoft.com/office/drawing/2014/main" id="{EAC9A1BA-A83A-E476-1A91-3DB0B544DF34}"/>
              </a:ext>
            </a:extLst>
          </p:cNvPr>
          <p:cNvSpPr>
            <a:spLocks noGrp="1"/>
          </p:cNvSpPr>
          <p:nvPr>
            <p:ph sz="quarter" idx="14"/>
          </p:nvPr>
        </p:nvSpPr>
        <p:spPr>
          <a:xfrm>
            <a:off x="484835" y="2209800"/>
            <a:ext cx="4735740" cy="4191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A90998F5-C9FB-EC52-B802-B62AA63E4263}"/>
              </a:ext>
            </a:extLst>
          </p:cNvPr>
          <p:cNvSpPr>
            <a:spLocks noGrp="1"/>
          </p:cNvSpPr>
          <p:nvPr>
            <p:ph type="pic" sz="quarter" idx="13" hasCustomPrompt="1"/>
          </p:nvPr>
        </p:nvSpPr>
        <p:spPr>
          <a:xfrm>
            <a:off x="569976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400" cy="381000"/>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396060138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46F2B-72CE-C947-0021-F34244B4344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3654426 h 6854823"/>
              <a:gd name="csX2" fmla="*/ 11729151 w 12186352"/>
              <a:gd name="csY2" fmla="*/ 3654426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3654426"/>
                </a:lnTo>
                <a:lnTo>
                  <a:pt x="11729151" y="3654426"/>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111624"/>
            <a:ext cx="3219343" cy="2289175"/>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05CF00-6C05-B849-B141-54CC9A394B3C}" type="datetime1">
              <a:rPr lang="en-US" smtClean="0"/>
              <a:t>10/22/2026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5CCD5774-AB2C-F489-2BCD-75A5731FA857}"/>
              </a:ext>
            </a:extLst>
          </p:cNvPr>
          <p:cNvSpPr>
            <a:spLocks noGrp="1"/>
          </p:cNvSpPr>
          <p:nvPr>
            <p:ph type="pic" sz="quarter" idx="13" hasCustomPrompt="1"/>
          </p:nvPr>
        </p:nvSpPr>
        <p:spPr>
          <a:xfrm>
            <a:off x="457200" y="457200"/>
            <a:ext cx="11277600" cy="32004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8092" y="4111624"/>
            <a:ext cx="7606708" cy="228917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8283268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D3EA0-3FE9-3CAB-830E-268B27509F72}"/>
              </a:ext>
            </a:extLst>
          </p:cNvPr>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451551 w 12186352"/>
              <a:gd name="csY0" fmla="*/ 3638875 h 6854823"/>
              <a:gd name="csX1" fmla="*/ 451551 w 12186352"/>
              <a:gd name="csY1" fmla="*/ 438477 h 6854823"/>
              <a:gd name="csX2" fmla="*/ 11729151 w 12186352"/>
              <a:gd name="csY2" fmla="*/ 438477 h 6854823"/>
              <a:gd name="csX3" fmla="*/ 11729151 w 12186352"/>
              <a:gd name="csY3" fmla="*/ 3638875 h 6854823"/>
              <a:gd name="csX4" fmla="*/ 0 w 12186352"/>
              <a:gd name="csY4" fmla="*/ 6854823 h 6854823"/>
              <a:gd name="csX5" fmla="*/ 12186352 w 12186352"/>
              <a:gd name="csY5" fmla="*/ 6854823 h 6854823"/>
              <a:gd name="csX6" fmla="*/ 12186352 w 12186352"/>
              <a:gd name="csY6" fmla="*/ 0 h 6854823"/>
              <a:gd name="csX7" fmla="*/ 0 w 12186352"/>
              <a:gd name="csY7" fmla="*/ 0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3638875"/>
                </a:moveTo>
                <a:lnTo>
                  <a:pt x="451551" y="438477"/>
                </a:lnTo>
                <a:lnTo>
                  <a:pt x="11729151" y="438477"/>
                </a:lnTo>
                <a:lnTo>
                  <a:pt x="11729151" y="3638875"/>
                </a:lnTo>
                <a:close/>
                <a:moveTo>
                  <a:pt x="0" y="6854823"/>
                </a:moveTo>
                <a:lnTo>
                  <a:pt x="12186352" y="6854823"/>
                </a:lnTo>
                <a:lnTo>
                  <a:pt x="12186352" y="0"/>
                </a:lnTo>
                <a:lnTo>
                  <a:pt x="0" y="0"/>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200400" cy="2307896"/>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1" y="76201"/>
            <a:ext cx="1295400" cy="381000"/>
          </a:xfrm>
        </p:spPr>
        <p:txBody>
          <a:bodyPr/>
          <a:lstStyle/>
          <a:p>
            <a:fld id="{66499679-3EA0-9342-AF62-C5FAA18B6EFA}" type="datetime1">
              <a:rPr lang="en-US" smtClean="0"/>
              <a:t>10/22/2026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1000"/>
          </a:xfrm>
        </p:spPr>
        <p:txBody>
          <a:bodyPr/>
          <a:lstStyle/>
          <a:p>
            <a:r>
              <a:rPr lang="en-US"/>
              <a:t>Sample Footer Text</a:t>
            </a:r>
          </a:p>
        </p:txBody>
      </p:sp>
      <p:sp>
        <p:nvSpPr>
          <p:cNvPr id="11" name="Content Placeholder 7">
            <a:extLst>
              <a:ext uri="{FF2B5EF4-FFF2-40B4-BE49-F238E27FC236}">
                <a16:creationId xmlns:a16="http://schemas.microsoft.com/office/drawing/2014/main" id="{FAF7E276-884D-AF00-1E18-715F56A8A905}"/>
              </a:ext>
            </a:extLst>
          </p:cNvPr>
          <p:cNvSpPr>
            <a:spLocks noGrp="1"/>
          </p:cNvSpPr>
          <p:nvPr>
            <p:ph sz="quarter" idx="15"/>
          </p:nvPr>
        </p:nvSpPr>
        <p:spPr>
          <a:xfrm>
            <a:off x="4122370" y="457200"/>
            <a:ext cx="7612430" cy="230789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B1DE11C5-B5A8-F8F8-2A43-C0C95802637E}"/>
              </a:ext>
            </a:extLst>
          </p:cNvPr>
          <p:cNvSpPr>
            <a:spLocks noGrp="1"/>
          </p:cNvSpPr>
          <p:nvPr>
            <p:ph type="pic" sz="quarter" idx="13" hasCustomPrompt="1"/>
          </p:nvPr>
        </p:nvSpPr>
        <p:spPr>
          <a:xfrm>
            <a:off x="457200" y="3219122"/>
            <a:ext cx="11277600" cy="3200398"/>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3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362620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68A4B-F698-5EDC-1790-BA10F89CD8F3}"/>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6 h 6854823"/>
              <a:gd name="csX5" fmla="*/ 7467253 w 12186352"/>
              <a:gd name="csY5" fmla="*/ 6397626 h 6854823"/>
              <a:gd name="csX6" fmla="*/ 7467253 w 12186352"/>
              <a:gd name="csY6" fmla="*/ 454025 h 6854823"/>
              <a:gd name="csX7" fmla="*/ 12186352 w 12186352"/>
              <a:gd name="csY7" fmla="*/ 454025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6"/>
                </a:lnTo>
                <a:lnTo>
                  <a:pt x="7467253" y="6397626"/>
                </a:lnTo>
                <a:lnTo>
                  <a:pt x="7467253" y="454025"/>
                </a:lnTo>
                <a:lnTo>
                  <a:pt x="12186352" y="454025"/>
                </a:lnTo>
                <a:close/>
              </a:path>
            </a:pathLst>
          </a:cu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1949" y="457199"/>
            <a:ext cx="6552851" cy="1555845"/>
          </a:xfrm>
          <a:prstGeom prst="rect">
            <a:avLst/>
          </a:prstGeom>
        </p:spPr>
        <p:txBody>
          <a:bodyPr anchor="b"/>
          <a:lstStyle/>
          <a:p>
            <a:r>
              <a:rPr lang="en-US"/>
              <a:t>Click to edit Master title style</a:t>
            </a:r>
          </a:p>
        </p:txBody>
      </p:sp>
      <p:sp>
        <p:nvSpPr>
          <p:cNvPr id="7" name="Date Placeholder 8">
            <a:extLst>
              <a:ext uri="{FF2B5EF4-FFF2-40B4-BE49-F238E27FC236}">
                <a16:creationId xmlns:a16="http://schemas.microsoft.com/office/drawing/2014/main" id="{1E168D7B-B77A-72AC-AA72-64FBAA8D378C}"/>
              </a:ext>
            </a:extLst>
          </p:cNvPr>
          <p:cNvSpPr>
            <a:spLocks noGrp="1"/>
          </p:cNvSpPr>
          <p:nvPr>
            <p:ph type="dt" sz="half" idx="15"/>
          </p:nvPr>
        </p:nvSpPr>
        <p:spPr>
          <a:xfrm>
            <a:off x="76200" y="76201"/>
            <a:ext cx="1295400" cy="380998"/>
          </a:xfrm>
        </p:spPr>
        <p:txBody>
          <a:bodyPr/>
          <a:lstStyle/>
          <a:p>
            <a:fld id="{3C97155C-DE68-4440-8202-CC9478E27F07}" type="datetime1">
              <a:rPr lang="en-US" smtClean="0"/>
              <a:t>10/22/2026</a:t>
            </a:fld>
            <a:endParaRPr lang="en-US"/>
          </a:p>
        </p:txBody>
      </p:sp>
      <p:sp>
        <p:nvSpPr>
          <p:cNvPr id="6" name="Footer Placeholder 9">
            <a:extLst>
              <a:ext uri="{FF2B5EF4-FFF2-40B4-BE49-F238E27FC236}">
                <a16:creationId xmlns:a16="http://schemas.microsoft.com/office/drawing/2014/main" id="{4014B883-B832-AE53-6858-8E25B13C5BC7}"/>
              </a:ext>
            </a:extLst>
          </p:cNvPr>
          <p:cNvSpPr>
            <a:spLocks noGrp="1"/>
          </p:cNvSpPr>
          <p:nvPr>
            <p:ph type="ftr" sz="quarter" idx="16"/>
          </p:nvPr>
        </p:nvSpPr>
        <p:spPr>
          <a:xfrm>
            <a:off x="6096000" y="76201"/>
            <a:ext cx="6019800" cy="380998"/>
          </a:xfrm>
        </p:spPr>
        <p:txBody>
          <a:bodyPr/>
          <a:lstStyle/>
          <a:p>
            <a:r>
              <a:rPr lang="en-US"/>
              <a:t>Sample Footer Text</a:t>
            </a:r>
          </a:p>
        </p:txBody>
      </p:sp>
      <p:sp>
        <p:nvSpPr>
          <p:cNvPr id="4" name="Picture Placeholder 13">
            <a:extLst>
              <a:ext uri="{FF2B5EF4-FFF2-40B4-BE49-F238E27FC236}">
                <a16:creationId xmlns:a16="http://schemas.microsoft.com/office/drawing/2014/main" id="{CC1B439C-57E0-A299-9A98-A81BFA738C83}"/>
              </a:ext>
            </a:extLst>
          </p:cNvPr>
          <p:cNvSpPr>
            <a:spLocks noGrp="1"/>
          </p:cNvSpPr>
          <p:nvPr>
            <p:ph type="pic" sz="quarter" idx="13" hasCustomPrompt="1"/>
          </p:nvPr>
        </p:nvSpPr>
        <p:spPr>
          <a:xfrm>
            <a:off x="0"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1949" y="2470242"/>
            <a:ext cx="6552851" cy="393055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1">
            <a:extLst>
              <a:ext uri="{FF2B5EF4-FFF2-40B4-BE49-F238E27FC236}">
                <a16:creationId xmlns:a16="http://schemas.microsoft.com/office/drawing/2014/main" id="{7CA11211-0281-DD36-148E-3ABC6374978F}"/>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27972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C1286-F0A1-DDC1-4A24-85A9D3462CB1}"/>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5 h 6854823"/>
              <a:gd name="csX3" fmla="*/ 7461604 w 12186352"/>
              <a:gd name="csY3" fmla="*/ 454025 h 6854823"/>
              <a:gd name="csX4" fmla="*/ 7461604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5"/>
                </a:lnTo>
                <a:lnTo>
                  <a:pt x="7461604" y="454025"/>
                </a:lnTo>
                <a:lnTo>
                  <a:pt x="7461604" y="6397626"/>
                </a:lnTo>
                <a:lnTo>
                  <a:pt x="12186352" y="6397626"/>
                </a:lnTo>
                <a:lnTo>
                  <a:pt x="12186352" y="6854823"/>
                </a:lnTo>
                <a:lnTo>
                  <a:pt x="0" y="6854823"/>
                </a:lnTo>
                <a:close/>
              </a:path>
            </a:pathLst>
          </a:custGeom>
        </p:spPr>
      </p:pic>
      <p:sp>
        <p:nvSpPr>
          <p:cNvPr id="3" name="Title 1">
            <a:extLst>
              <a:ext uri="{FF2B5EF4-FFF2-40B4-BE49-F238E27FC236}">
                <a16:creationId xmlns:a16="http://schemas.microsoft.com/office/drawing/2014/main" id="{D7F3BC77-0C60-6C24-E5FE-6B80D4812824}"/>
              </a:ext>
            </a:extLst>
          </p:cNvPr>
          <p:cNvSpPr>
            <a:spLocks noGrp="1"/>
          </p:cNvSpPr>
          <p:nvPr>
            <p:ph type="title"/>
          </p:nvPr>
        </p:nvSpPr>
        <p:spPr>
          <a:xfrm>
            <a:off x="457200" y="457200"/>
            <a:ext cx="6549553" cy="1549495"/>
          </a:xfrm>
          <a:prstGeom prst="rect">
            <a:avLst/>
          </a:prstGeom>
        </p:spPr>
        <p:txBody>
          <a:bodyPr anchor="b"/>
          <a:lstStyle/>
          <a:p>
            <a:r>
              <a:rPr lang="en-US"/>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76200" y="76201"/>
            <a:ext cx="1295400" cy="380999"/>
          </a:xfrm>
        </p:spPr>
        <p:txBody>
          <a:bodyPr/>
          <a:lstStyle/>
          <a:p>
            <a:fld id="{2B9DA8F7-1BE7-954A-B654-92996DBA4E86}" type="datetime1">
              <a:rPr lang="en-US" smtClean="0"/>
              <a:t>10/22/2026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096000" y="76201"/>
            <a:ext cx="6019800" cy="380998"/>
          </a:xfrm>
        </p:spPr>
        <p:txBody>
          <a:bodyPr/>
          <a:lstStyle/>
          <a:p>
            <a:r>
              <a:rPr lang="en-US"/>
              <a:t>Sample Footer Text</a:t>
            </a:r>
          </a:p>
        </p:txBody>
      </p:sp>
      <p:sp>
        <p:nvSpPr>
          <p:cNvPr id="15" name="Content Placeholder 7">
            <a:extLst>
              <a:ext uri="{FF2B5EF4-FFF2-40B4-BE49-F238E27FC236}">
                <a16:creationId xmlns:a16="http://schemas.microsoft.com/office/drawing/2014/main" id="{F0A2831D-F063-09A6-A707-24AC43E312D9}"/>
              </a:ext>
            </a:extLst>
          </p:cNvPr>
          <p:cNvSpPr>
            <a:spLocks noGrp="1"/>
          </p:cNvSpPr>
          <p:nvPr>
            <p:ph sz="quarter" idx="14"/>
          </p:nvPr>
        </p:nvSpPr>
        <p:spPr>
          <a:xfrm>
            <a:off x="453902" y="2470242"/>
            <a:ext cx="6552851" cy="393055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3">
            <a:extLst>
              <a:ext uri="{FF2B5EF4-FFF2-40B4-BE49-F238E27FC236}">
                <a16:creationId xmlns:a16="http://schemas.microsoft.com/office/drawing/2014/main" id="{FEC7CBEB-1BF7-2607-DBAA-531A9067F8B1}"/>
              </a:ext>
            </a:extLst>
          </p:cNvPr>
          <p:cNvSpPr>
            <a:spLocks noGrp="1"/>
          </p:cNvSpPr>
          <p:nvPr>
            <p:ph type="pic" sz="quarter" idx="19" hasCustomPrompt="1"/>
          </p:nvPr>
        </p:nvSpPr>
        <p:spPr>
          <a:xfrm>
            <a:off x="7467253"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   </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7768849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A7354-C3D2-8AD8-40DE-4E850BDFCC68}"/>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6533074 w 12186352"/>
              <a:gd name="csY0" fmla="*/ 1858587 h 6854823"/>
              <a:gd name="csX1" fmla="*/ 6533074 w 12186352"/>
              <a:gd name="csY1" fmla="*/ 6397626 h 6854823"/>
              <a:gd name="csX2" fmla="*/ 3 w 12186352"/>
              <a:gd name="csY2" fmla="*/ 6397626 h 6854823"/>
              <a:gd name="csX3" fmla="*/ 3 w 12186352"/>
              <a:gd name="csY3" fmla="*/ 1858587 h 6854823"/>
              <a:gd name="csX4" fmla="*/ 12186352 w 12186352"/>
              <a:gd name="csY4" fmla="*/ 0 h 6854823"/>
              <a:gd name="csX5" fmla="*/ 0 w 12186352"/>
              <a:gd name="csY5" fmla="*/ 0 h 6854823"/>
              <a:gd name="csX6" fmla="*/ 0 w 12186352"/>
              <a:gd name="csY6" fmla="*/ 6854823 h 6854823"/>
              <a:gd name="csX7" fmla="*/ 12186352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6533074" y="1858587"/>
                </a:moveTo>
                <a:lnTo>
                  <a:pt x="6533074" y="6397626"/>
                </a:lnTo>
                <a:lnTo>
                  <a:pt x="3" y="6397626"/>
                </a:lnTo>
                <a:lnTo>
                  <a:pt x="3"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457200" y="490161"/>
            <a:ext cx="11277599" cy="914400"/>
          </a:xfrm>
          <a:prstGeom prst="rect">
            <a:avLst/>
          </a:prstGeom>
        </p:spPr>
        <p:txBody>
          <a:bodyPr anchor="b"/>
          <a:lstStyle/>
          <a:p>
            <a:r>
              <a:rPr lang="en-US"/>
              <a:t>Click to edit Master title style</a:t>
            </a:r>
          </a:p>
        </p:txBody>
      </p:sp>
      <p:sp>
        <p:nvSpPr>
          <p:cNvPr id="7" name="Date Placeholder 3">
            <a:extLst>
              <a:ext uri="{FF2B5EF4-FFF2-40B4-BE49-F238E27FC236}">
                <a16:creationId xmlns:a16="http://schemas.microsoft.com/office/drawing/2014/main" id="{61FAF02C-8E8E-0257-0307-15E6853700FC}"/>
              </a:ext>
            </a:extLst>
          </p:cNvPr>
          <p:cNvSpPr>
            <a:spLocks noGrp="1"/>
          </p:cNvSpPr>
          <p:nvPr>
            <p:ph type="dt" sz="half" idx="15"/>
          </p:nvPr>
        </p:nvSpPr>
        <p:spPr>
          <a:xfrm>
            <a:off x="76201" y="76201"/>
            <a:ext cx="1295400" cy="380999"/>
          </a:xfrm>
        </p:spPr>
        <p:txBody>
          <a:bodyPr/>
          <a:lstStyle/>
          <a:p>
            <a:fld id="{5447FF96-6068-D045-B983-6A2E1F44124F}" type="datetime1">
              <a:rPr lang="en-US" smtClean="0"/>
              <a:t>10/22/2026</a:t>
            </a:fld>
            <a:endParaRPr lang="en-US"/>
          </a:p>
        </p:txBody>
      </p:sp>
      <p:sp>
        <p:nvSpPr>
          <p:cNvPr id="6" name="Footer Placeholder 8">
            <a:extLst>
              <a:ext uri="{FF2B5EF4-FFF2-40B4-BE49-F238E27FC236}">
                <a16:creationId xmlns:a16="http://schemas.microsoft.com/office/drawing/2014/main" id="{12F6119E-6325-71C5-AFDB-160A100A21B2}"/>
              </a:ext>
            </a:extLst>
          </p:cNvPr>
          <p:cNvSpPr>
            <a:spLocks noGrp="1"/>
          </p:cNvSpPr>
          <p:nvPr>
            <p:ph type="ftr" sz="quarter" idx="16"/>
          </p:nvPr>
        </p:nvSpPr>
        <p:spPr>
          <a:xfrm>
            <a:off x="6096000" y="76201"/>
            <a:ext cx="6019800" cy="380999"/>
          </a:xfrm>
        </p:spPr>
        <p:txBody>
          <a:bodyPr/>
          <a:lstStyle/>
          <a:p>
            <a:r>
              <a:rPr lang="en-US"/>
              <a:t>Sample Footer Text</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457200" y="1861761"/>
            <a:ext cx="4744527"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1">
            <a:extLst>
              <a:ext uri="{FF2B5EF4-FFF2-40B4-BE49-F238E27FC236}">
                <a16:creationId xmlns:a16="http://schemas.microsoft.com/office/drawing/2014/main" id="{4E3FB443-D4CA-E6C5-2187-4A649A47F28A}"/>
              </a:ext>
            </a:extLst>
          </p:cNvPr>
          <p:cNvSpPr>
            <a:spLocks noGrp="1"/>
          </p:cNvSpPr>
          <p:nvPr>
            <p:ph type="pic" sz="quarter" idx="13" hasCustomPrompt="1"/>
          </p:nvPr>
        </p:nvSpPr>
        <p:spPr>
          <a:xfrm>
            <a:off x="5658927" y="1861761"/>
            <a:ext cx="6533071" cy="453903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1" name="Slide Number Placeholder 9">
            <a:extLst>
              <a:ext uri="{FF2B5EF4-FFF2-40B4-BE49-F238E27FC236}">
                <a16:creationId xmlns:a16="http://schemas.microsoft.com/office/drawing/2014/main" id="{339D0113-D166-6E44-FF30-39C61CD13791}"/>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727427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ABB22AD-DA7B-73AE-1F66-31345119900C}"/>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315201 w 12186352"/>
              <a:gd name="csY0" fmla="*/ 1858587 h 6854823"/>
              <a:gd name="csX1" fmla="*/ 7315201 w 12186352"/>
              <a:gd name="csY1" fmla="*/ 6397626 h 6854823"/>
              <a:gd name="csX2" fmla="*/ 2 w 12186352"/>
              <a:gd name="csY2" fmla="*/ 6397626 h 6854823"/>
              <a:gd name="csX3" fmla="*/ 2 w 12186352"/>
              <a:gd name="csY3" fmla="*/ 1858587 h 6854823"/>
              <a:gd name="csX4" fmla="*/ 457201 w 12186352"/>
              <a:gd name="csY4" fmla="*/ 1858587 h 6854823"/>
              <a:gd name="csX5" fmla="*/ 6533074 w 12186352"/>
              <a:gd name="csY5" fmla="*/ 1858587 h 6854823"/>
              <a:gd name="csX6" fmla="*/ 12186352 w 12186352"/>
              <a:gd name="csY6" fmla="*/ 0 h 6854823"/>
              <a:gd name="csX7" fmla="*/ 0 w 12186352"/>
              <a:gd name="csY7" fmla="*/ 0 h 6854823"/>
              <a:gd name="csX8" fmla="*/ 0 w 12186352"/>
              <a:gd name="csY8" fmla="*/ 6854823 h 6854823"/>
              <a:gd name="csX9" fmla="*/ 12186352 w 12186352"/>
              <a:gd name="csY9"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6352" h="6854823">
                <a:moveTo>
                  <a:pt x="7315201" y="1858587"/>
                </a:moveTo>
                <a:lnTo>
                  <a:pt x="7315201" y="6397626"/>
                </a:lnTo>
                <a:lnTo>
                  <a:pt x="2" y="6397626"/>
                </a:lnTo>
                <a:lnTo>
                  <a:pt x="2" y="1858587"/>
                </a:lnTo>
                <a:lnTo>
                  <a:pt x="457201" y="1858587"/>
                </a:lnTo>
                <a:lnTo>
                  <a:pt x="6533074"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457200" y="497349"/>
            <a:ext cx="11277599" cy="914400"/>
          </a:xfrm>
          <a:prstGeom prst="rect">
            <a:avLst/>
          </a:prstGeo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C195F3F8-9E31-7F42-8188-F6043F071A39}" type="datetime1">
              <a:rPr lang="en-US" smtClean="0"/>
              <a:t>10/22/2026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5999" y="76201"/>
            <a:ext cx="6019800" cy="380999"/>
          </a:xfrm>
        </p:spPr>
        <p:txBody>
          <a:body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1" y="1861761"/>
            <a:ext cx="3886199"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5">
            <a:extLst>
              <a:ext uri="{FF2B5EF4-FFF2-40B4-BE49-F238E27FC236}">
                <a16:creationId xmlns:a16="http://schemas.microsoft.com/office/drawing/2014/main" id="{9BB8F855-8399-5C2F-8FFE-3445E6ACC133}"/>
              </a:ext>
            </a:extLst>
          </p:cNvPr>
          <p:cNvSpPr>
            <a:spLocks noGrp="1"/>
          </p:cNvSpPr>
          <p:nvPr>
            <p:ph type="pic" sz="quarter" idx="13" hasCustomPrompt="1"/>
          </p:nvPr>
        </p:nvSpPr>
        <p:spPr>
          <a:xfrm>
            <a:off x="4876800" y="1861761"/>
            <a:ext cx="7315199" cy="453903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0788642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870277-9BEA-773F-5ABC-0478C95CF73B}"/>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6854823 h 6854823"/>
              <a:gd name="csX3" fmla="*/ 0 w 12186352"/>
              <a:gd name="csY3" fmla="*/ 6854823 h 6854823"/>
              <a:gd name="csX4" fmla="*/ 0 w 12186352"/>
              <a:gd name="csY4" fmla="*/ 6377154 h 6854823"/>
              <a:gd name="csX5" fmla="*/ 6527422 w 12186352"/>
              <a:gd name="csY5" fmla="*/ 6377154 h 6854823"/>
              <a:gd name="csX6" fmla="*/ 6527422 w 12186352"/>
              <a:gd name="csY6" fmla="*/ 1858587 h 6854823"/>
              <a:gd name="csX7" fmla="*/ 0 w 12186352"/>
              <a:gd name="csY7" fmla="*/ 1858587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6854823"/>
                </a:lnTo>
                <a:lnTo>
                  <a:pt x="0" y="6854823"/>
                </a:lnTo>
                <a:lnTo>
                  <a:pt x="0" y="6377154"/>
                </a:lnTo>
                <a:lnTo>
                  <a:pt x="6527422" y="6377154"/>
                </a:lnTo>
                <a:lnTo>
                  <a:pt x="6527422" y="1858587"/>
                </a:lnTo>
                <a:lnTo>
                  <a:pt x="0" y="1858587"/>
                </a:lnTo>
                <a:close/>
              </a:path>
            </a:pathLst>
          </a:custGeom>
        </p:spPr>
      </p:pic>
      <p:sp>
        <p:nvSpPr>
          <p:cNvPr id="7" name="Title 1">
            <a:extLst>
              <a:ext uri="{FF2B5EF4-FFF2-40B4-BE49-F238E27FC236}">
                <a16:creationId xmlns:a16="http://schemas.microsoft.com/office/drawing/2014/main" id="{C5CBF9ED-624B-FB83-6E83-BB42410F285F}"/>
              </a:ext>
            </a:extLst>
          </p:cNvPr>
          <p:cNvSpPr>
            <a:spLocks noGrp="1"/>
          </p:cNvSpPr>
          <p:nvPr>
            <p:ph type="title"/>
          </p:nvPr>
        </p:nvSpPr>
        <p:spPr>
          <a:xfrm>
            <a:off x="457200" y="490162"/>
            <a:ext cx="11277597" cy="914400"/>
          </a:xfrm>
          <a:prstGeom prst="rect">
            <a:avLst/>
          </a:prstGeo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AE8BA31F-10E3-B74C-A113-9DB8A6700F67}" type="datetime1">
              <a:rPr lang="en-US" smtClean="0"/>
              <a:t>10/22/2026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1" y="76201"/>
            <a:ext cx="6019798" cy="380999"/>
          </a:xfrm>
        </p:spPr>
        <p:txBody>
          <a:bodyPr/>
          <a:lstStyle/>
          <a:p>
            <a:r>
              <a:rPr lang="en-US"/>
              <a:t>Sample Footer Text</a:t>
            </a:r>
          </a:p>
        </p:txBody>
      </p:sp>
      <p:sp>
        <p:nvSpPr>
          <p:cNvPr id="8" name="Picture Placeholder 11">
            <a:extLst>
              <a:ext uri="{FF2B5EF4-FFF2-40B4-BE49-F238E27FC236}">
                <a16:creationId xmlns:a16="http://schemas.microsoft.com/office/drawing/2014/main" id="{9BCDC3DB-8BBB-CC92-23DB-44BEC6BD61F7}"/>
              </a:ext>
            </a:extLst>
          </p:cNvPr>
          <p:cNvSpPr>
            <a:spLocks noGrp="1"/>
          </p:cNvSpPr>
          <p:nvPr>
            <p:ph type="pic" sz="quarter" idx="19" hasCustomPrompt="1"/>
          </p:nvPr>
        </p:nvSpPr>
        <p:spPr>
          <a:xfrm>
            <a:off x="0" y="1861761"/>
            <a:ext cx="6533071" cy="451856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6" name="Content Placeholder 7">
            <a:extLst>
              <a:ext uri="{FF2B5EF4-FFF2-40B4-BE49-F238E27FC236}">
                <a16:creationId xmlns:a16="http://schemas.microsoft.com/office/drawing/2014/main" id="{7C7B1CAB-4A9F-B8E9-3C1E-15C58564C1FF}"/>
              </a:ext>
            </a:extLst>
          </p:cNvPr>
          <p:cNvSpPr>
            <a:spLocks noGrp="1"/>
          </p:cNvSpPr>
          <p:nvPr>
            <p:ph sz="quarter" idx="18"/>
          </p:nvPr>
        </p:nvSpPr>
        <p:spPr>
          <a:xfrm>
            <a:off x="6990270" y="1861761"/>
            <a:ext cx="4744527"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744199" y="6400800"/>
            <a:ext cx="13715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7613932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480561" y="457200"/>
            <a:ext cx="7254240" cy="1173708"/>
          </a:xfrm>
          <a:prstGeom prst="rect">
            <a:avLst/>
          </a:prstGeom>
        </p:spPr>
        <p:txBody>
          <a:bodyPr anchor="b"/>
          <a:lstStyle/>
          <a:p>
            <a:r>
              <a:rPr lang="en-US"/>
              <a:t>Click to edit Master title style</a:t>
            </a:r>
          </a:p>
        </p:txBody>
      </p:sp>
      <p:sp>
        <p:nvSpPr>
          <p:cNvPr id="12" name="Date Placeholder 3">
            <a:extLst>
              <a:ext uri="{FF2B5EF4-FFF2-40B4-BE49-F238E27FC236}">
                <a16:creationId xmlns:a16="http://schemas.microsoft.com/office/drawing/2014/main" id="{CACEC350-F243-8E48-2F30-905D6999DFE7}"/>
              </a:ext>
            </a:extLst>
          </p:cNvPr>
          <p:cNvSpPr>
            <a:spLocks noGrp="1"/>
          </p:cNvSpPr>
          <p:nvPr>
            <p:ph type="dt" sz="half" idx="15"/>
          </p:nvPr>
        </p:nvSpPr>
        <p:spPr>
          <a:xfrm>
            <a:off x="76200" y="76200"/>
            <a:ext cx="1295401" cy="380999"/>
          </a:xfrm>
        </p:spPr>
        <p:txBody>
          <a:bodyPr/>
          <a:lstStyle/>
          <a:p>
            <a:fld id="{3596BBB1-49AB-C544-9861-84EE6CF53403}" type="datetime1">
              <a:rPr lang="en-US" smtClean="0"/>
              <a:t>10/22/2026</a:t>
            </a:fld>
            <a:endParaRPr lang="en-US"/>
          </a:p>
        </p:txBody>
      </p:sp>
      <p:sp>
        <p:nvSpPr>
          <p:cNvPr id="10" name="Footer Placeholder 8">
            <a:extLst>
              <a:ext uri="{FF2B5EF4-FFF2-40B4-BE49-F238E27FC236}">
                <a16:creationId xmlns:a16="http://schemas.microsoft.com/office/drawing/2014/main" id="{693FD3A5-45B7-3678-FCC8-1AA49237E7B7}"/>
              </a:ext>
            </a:extLst>
          </p:cNvPr>
          <p:cNvSpPr>
            <a:spLocks noGrp="1"/>
          </p:cNvSpPr>
          <p:nvPr>
            <p:ph type="ftr" sz="quarter" idx="16"/>
          </p:nvPr>
        </p:nvSpPr>
        <p:spPr>
          <a:xfrm>
            <a:off x="6096000" y="76201"/>
            <a:ext cx="6019800" cy="381000"/>
          </a:xfrm>
        </p:spPr>
        <p:txBody>
          <a:bodyPr/>
          <a:lstStyle/>
          <a:p>
            <a:r>
              <a:rPr lang="en-US"/>
              <a:t>Sample Footer Text</a:t>
            </a:r>
          </a:p>
        </p:txBody>
      </p:sp>
      <p:sp>
        <p:nvSpPr>
          <p:cNvPr id="4" name="Picture Placeholder 10">
            <a:extLst>
              <a:ext uri="{FF2B5EF4-FFF2-40B4-BE49-F238E27FC236}">
                <a16:creationId xmlns:a16="http://schemas.microsoft.com/office/drawing/2014/main" id="{90E31D68-951A-2336-5424-6671B2E929A3}"/>
              </a:ext>
            </a:extLst>
          </p:cNvPr>
          <p:cNvSpPr>
            <a:spLocks noGrp="1"/>
          </p:cNvSpPr>
          <p:nvPr>
            <p:ph type="pic" sz="quarter" idx="13" hasCustomPrompt="1"/>
          </p:nvPr>
        </p:nvSpPr>
        <p:spPr>
          <a:xfrm>
            <a:off x="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480560" y="2088108"/>
            <a:ext cx="7254240" cy="4312692"/>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9">
            <a:extLst>
              <a:ext uri="{FF2B5EF4-FFF2-40B4-BE49-F238E27FC236}">
                <a16:creationId xmlns:a16="http://schemas.microsoft.com/office/drawing/2014/main" id="{05F3D1FB-5F83-6976-2FDE-42146116FF09}"/>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7996217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0E5C046-40A5-D694-E725-EA0ABE0B80B9}"/>
              </a:ext>
            </a:extLst>
          </p:cNvPr>
          <p:cNvSpPr>
            <a:spLocks noGrp="1"/>
          </p:cNvSpPr>
          <p:nvPr>
            <p:ph type="title"/>
          </p:nvPr>
        </p:nvSpPr>
        <p:spPr>
          <a:xfrm>
            <a:off x="457201" y="457199"/>
            <a:ext cx="7254239" cy="1173712"/>
          </a:xfrm>
          <a:prstGeom prst="rect">
            <a:avLst/>
          </a:prstGeo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0"/>
            <a:ext cx="1295400" cy="380999"/>
          </a:xfrm>
        </p:spPr>
        <p:txBody>
          <a:bodyPr/>
          <a:lstStyle/>
          <a:p>
            <a:fld id="{9D50FFC8-0737-944F-9B20-403A2248B3E7}" type="datetime1">
              <a:rPr lang="en-US" smtClean="0"/>
              <a:t>10/22/2026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0" y="76200"/>
            <a:ext cx="6019800" cy="380999"/>
          </a:xfrm>
        </p:spPr>
        <p:txBody>
          <a:bodyPr/>
          <a:lstStyle/>
          <a:p>
            <a:r>
              <a:rPr lang="en-US"/>
              <a:t>Sample Footer Text</a:t>
            </a:r>
          </a:p>
        </p:txBody>
      </p:sp>
      <p:sp>
        <p:nvSpPr>
          <p:cNvPr id="6" name="Content Placeholder 7">
            <a:extLst>
              <a:ext uri="{FF2B5EF4-FFF2-40B4-BE49-F238E27FC236}">
                <a16:creationId xmlns:a16="http://schemas.microsoft.com/office/drawing/2014/main" id="{4E5FB0DF-C175-C1BD-BDD9-3536A2F7E448}"/>
              </a:ext>
            </a:extLst>
          </p:cNvPr>
          <p:cNvSpPr>
            <a:spLocks noGrp="1"/>
          </p:cNvSpPr>
          <p:nvPr>
            <p:ph sz="quarter" idx="18"/>
          </p:nvPr>
        </p:nvSpPr>
        <p:spPr>
          <a:xfrm>
            <a:off x="457201" y="2088108"/>
            <a:ext cx="7254240" cy="4312692"/>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7C20B94A-DE1D-8112-79D8-ADD778F243A9}"/>
              </a:ext>
            </a:extLst>
          </p:cNvPr>
          <p:cNvSpPr>
            <a:spLocks noGrp="1"/>
          </p:cNvSpPr>
          <p:nvPr>
            <p:ph type="pic" sz="quarter" idx="13" hasCustomPrompt="1"/>
          </p:nvPr>
        </p:nvSpPr>
        <p:spPr>
          <a:xfrm>
            <a:off x="816864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443100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160961-81A4-744C-57F0-3A91AB73281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029200" cy="1519083"/>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E45DA7B-3D23-9747-B64E-78D5DD68C6C7}" type="datetime1">
              <a:rPr lang="en-US" smtClean="0"/>
              <a:t>10/22/2026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0" name="Picture Placeholder 10">
            <a:extLst>
              <a:ext uri="{FF2B5EF4-FFF2-40B4-BE49-F238E27FC236}">
                <a16:creationId xmlns:a16="http://schemas.microsoft.com/office/drawing/2014/main" id="{802CE9A6-F23E-1299-6CEA-8B0DBFBE2016}"/>
              </a:ext>
            </a:extLst>
          </p:cNvPr>
          <p:cNvSpPr>
            <a:spLocks noGrp="1"/>
          </p:cNvSpPr>
          <p:nvPr>
            <p:ph type="pic" sz="quarter" idx="13" hasCustomPrompt="1"/>
          </p:nvPr>
        </p:nvSpPr>
        <p:spPr>
          <a:xfrm>
            <a:off x="457200" y="2357283"/>
            <a:ext cx="5029199" cy="4043516"/>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0"/>
            <a:ext cx="5638799" cy="594359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9310574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292B07A-D9A0-38E9-B941-74C38124D59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716844" cy="1919945"/>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3040DD-291F-D14A-B0CD-056B01183946}" type="datetime1">
              <a:rPr lang="en-US" smtClean="0"/>
              <a:t>10/22/2026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115A2C62-B33D-41E9-D363-2E5B5EC4C673}"/>
              </a:ext>
            </a:extLst>
          </p:cNvPr>
          <p:cNvSpPr>
            <a:spLocks noGrp="1"/>
          </p:cNvSpPr>
          <p:nvPr>
            <p:ph type="pic" sz="quarter" idx="13" hasCustomPrompt="1"/>
          </p:nvPr>
        </p:nvSpPr>
        <p:spPr>
          <a:xfrm>
            <a:off x="457200" y="2743200"/>
            <a:ext cx="3716845" cy="3657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9" y="457201"/>
            <a:ext cx="7010401" cy="594359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724918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DD16EBF9-B68A-0B06-1D11-8A73C8F97835}"/>
              </a:ext>
            </a:extLst>
          </p:cNvPr>
          <p:cNvSpPr>
            <a:spLocks noGrp="1"/>
          </p:cNvSpPr>
          <p:nvPr>
            <p:ph type="title"/>
          </p:nvPr>
        </p:nvSpPr>
        <p:spPr>
          <a:xfrm>
            <a:off x="457200" y="5349242"/>
            <a:ext cx="5638800" cy="105155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20AA6F4-6FEB-A645-BC84-8FD86BB56A56}" type="datetime1">
              <a:rPr lang="en-US" smtClean="0"/>
              <a:t>10/22/2026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FC49D795-05CD-88A6-65D2-CE59AB098CDC}"/>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199198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62229AA-0D53-41CE-F2F6-A43A58F408A6}"/>
              </a:ext>
            </a:extLst>
          </p:cNvPr>
          <p:cNvSpPr>
            <a:spLocks noGrp="1"/>
          </p:cNvSpPr>
          <p:nvPr>
            <p:ph type="title"/>
          </p:nvPr>
        </p:nvSpPr>
        <p:spPr>
          <a:xfrm>
            <a:off x="457200" y="5334002"/>
            <a:ext cx="5638800" cy="106679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19C1F0A-369C-694C-9034-23649A99EDDB}" type="datetime1">
              <a:rPr lang="en-US" smtClean="0"/>
              <a:t>10/22/2026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2685CAE8-3040-D343-9736-69ED07ADEE28}"/>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998124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F9AC97C7-C18C-1AFB-595D-1164216CB3A0}"/>
              </a:ext>
            </a:extLst>
          </p:cNvPr>
          <p:cNvSpPr>
            <a:spLocks noGrp="1"/>
          </p:cNvSpPr>
          <p:nvPr>
            <p:ph type="title"/>
          </p:nvPr>
        </p:nvSpPr>
        <p:spPr>
          <a:xfrm>
            <a:off x="8991600" y="457200"/>
            <a:ext cx="2743200" cy="5943600"/>
          </a:xfrm>
        </p:spPr>
        <p:txBody>
          <a:bodyPr anchor="ctr"/>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05CB68B-3B3F-204E-812A-7CA74DAAFECC}" type="datetime1">
              <a:rPr lang="en-US" smtClean="0"/>
              <a:t>10/22/2026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0794CDEE-6628-D8C2-4DD7-A2AF2B148E2B}"/>
              </a:ext>
            </a:extLst>
          </p:cNvPr>
          <p:cNvSpPr>
            <a:spLocks noGrp="1"/>
          </p:cNvSpPr>
          <p:nvPr>
            <p:ph sz="quarter" idx="14" hasCustomPrompt="1"/>
          </p:nvPr>
        </p:nvSpPr>
        <p:spPr>
          <a:xfrm>
            <a:off x="457200" y="762000"/>
            <a:ext cx="8077200" cy="5943600"/>
          </a:xfrm>
        </p:spPr>
        <p:txBody>
          <a:bodyPr anchor="ctr"/>
          <a:lstStyle>
            <a:lvl1pPr>
              <a:lnSpc>
                <a:spcPct val="90000"/>
              </a:lnSpc>
              <a:defRPr sz="30000">
                <a:latin typeface="+mj-lt"/>
              </a:defRPr>
            </a:lvl1pPr>
          </a:lstStyle>
          <a:p>
            <a:pPr lvl="0"/>
            <a:r>
              <a:rPr lang="en-US"/>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758543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63A025-A5F8-BC41-857C-074A129970DD}" type="datetime1">
              <a:rPr lang="en-US" smtClean="0"/>
              <a:t>10/22/2026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ctr">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70671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E1A02B-DBB0-A046-81B0-FEDCAC57CE71}" type="datetime1">
              <a:rPr lang="en-US" smtClean="0"/>
              <a:t>10/22/2026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b">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8282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92E1041-C021-CE4A-9D2F-9EE16EB193AE}" type="datetime1">
              <a:rPr lang="en-US" smtClean="0"/>
              <a:t>10/22/2026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t">
            <a:normAutofit/>
          </a:bodyPr>
          <a:lstStyle>
            <a:lvl1pPr marL="0" indent="0">
              <a:lnSpc>
                <a:spcPct val="90000"/>
              </a:lnSpc>
              <a:spcBef>
                <a:spcPts val="0"/>
              </a:spcBef>
              <a:buNone/>
              <a:defRPr sz="6000" b="0">
                <a:solidFill>
                  <a:schemeClr val="tx1"/>
                </a:solidFill>
                <a:latin typeface="+mj-lt"/>
              </a:defRPr>
            </a:lvl1pPr>
            <a:lvl2pPr marL="228600" indent="0">
              <a:lnSpc>
                <a:spcPct val="90000"/>
              </a:lnSpc>
              <a:spcBef>
                <a:spcPts val="0"/>
              </a:spcBef>
              <a:buNone/>
              <a:defRPr sz="6000" b="0">
                <a:solidFill>
                  <a:schemeClr val="tx1"/>
                </a:solidFill>
                <a:latin typeface="+mj-lt"/>
              </a:defRPr>
            </a:lvl2pPr>
            <a:lvl3pPr marL="457200" indent="0">
              <a:lnSpc>
                <a:spcPct val="90000"/>
              </a:lnSpc>
              <a:spcBef>
                <a:spcPts val="0"/>
              </a:spcBef>
              <a:buNone/>
              <a:defRPr sz="6000" b="0">
                <a:solidFill>
                  <a:schemeClr val="tx1"/>
                </a:solidFill>
                <a:latin typeface="+mj-lt"/>
              </a:defRPr>
            </a:lvl3pPr>
            <a:lvl4pPr marL="685800" indent="0">
              <a:lnSpc>
                <a:spcPct val="90000"/>
              </a:lnSpc>
              <a:spcBef>
                <a:spcPts val="0"/>
              </a:spcBef>
              <a:buNone/>
              <a:defRPr sz="6000" b="0">
                <a:solidFill>
                  <a:schemeClr val="tx1"/>
                </a:solidFill>
                <a:latin typeface="+mj-lt"/>
              </a:defRPr>
            </a:lvl4pPr>
            <a:lvl5pPr marL="914400" indent="0">
              <a:lnSpc>
                <a:spcPct val="90000"/>
              </a:lnSpc>
              <a:spcBef>
                <a:spcPts val="0"/>
              </a:spcBef>
              <a:buNone/>
              <a:defRPr sz="6000" b="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8173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991598" y="457200"/>
            <a:ext cx="2743200" cy="5943600"/>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B19110DB-B309-8C4D-B2B7-2B6318BF3864}" type="datetime1">
              <a:rPr lang="en-US" smtClean="0"/>
              <a:t>10/22/2026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7">
            <a:extLst>
              <a:ext uri="{FF2B5EF4-FFF2-40B4-BE49-F238E27FC236}">
                <a16:creationId xmlns:a16="http://schemas.microsoft.com/office/drawing/2014/main" id="{F2B13095-060E-7C64-69EA-E7821D5019ED}"/>
              </a:ext>
            </a:extLst>
          </p:cNvPr>
          <p:cNvSpPr>
            <a:spLocks noGrp="1"/>
          </p:cNvSpPr>
          <p:nvPr>
            <p:ph sz="quarter" idx="15" hasCustomPrompt="1"/>
          </p:nvPr>
        </p:nvSpPr>
        <p:spPr>
          <a:xfrm>
            <a:off x="457200" y="457200"/>
            <a:ext cx="7848600" cy="5943600"/>
          </a:xfrm>
        </p:spPr>
        <p:txBody>
          <a:bodyPr anchor="t"/>
          <a:lstStyle>
            <a:lvl1pPr>
              <a:lnSpc>
                <a:spcPct val="90000"/>
              </a:lnSpc>
              <a:defRPr sz="600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753556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457200" y="5937084"/>
            <a:ext cx="9144000" cy="466344"/>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CCD263F-17D1-DD49-AE75-3B385E0CFFA9}" type="datetime1">
              <a:rPr lang="en-US" smtClean="0"/>
              <a:t>10/22/2026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Content Placeholder 7">
            <a:extLst>
              <a:ext uri="{FF2B5EF4-FFF2-40B4-BE49-F238E27FC236}">
                <a16:creationId xmlns:a16="http://schemas.microsoft.com/office/drawing/2014/main" id="{58A7DA2E-06EC-D8CE-ACE3-28D98B5AC26C}"/>
              </a:ext>
            </a:extLst>
          </p:cNvPr>
          <p:cNvSpPr>
            <a:spLocks noGrp="1"/>
          </p:cNvSpPr>
          <p:nvPr>
            <p:ph sz="quarter" idx="15" hasCustomPrompt="1"/>
          </p:nvPr>
        </p:nvSpPr>
        <p:spPr>
          <a:xfrm>
            <a:off x="457200" y="454572"/>
            <a:ext cx="11277600" cy="5417308"/>
          </a:xfrm>
        </p:spPr>
        <p:txBody>
          <a:bodyPr anchor="b"/>
          <a:lstStyle>
            <a:lvl1pPr>
              <a:lnSpc>
                <a:spcPct val="90000"/>
              </a:lnSpc>
              <a:defRPr sz="600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162274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763000" y="457200"/>
            <a:ext cx="2971800" cy="5946228"/>
          </a:xfrm>
          <a:prstGeom prst="rect">
            <a:avLst/>
          </a:prstGeom>
        </p:spPr>
        <p:txBody>
          <a:bodyPr anchor="ctr">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1664374B-BFF6-3C4D-A435-E85D19EC7285}" type="datetime1">
              <a:rPr lang="en-US" smtClean="0"/>
              <a:t>10/22/2026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3BD97FB3-18C6-51BD-4179-B642A2A709C5}"/>
              </a:ext>
            </a:extLst>
          </p:cNvPr>
          <p:cNvSpPr>
            <a:spLocks noGrp="1"/>
          </p:cNvSpPr>
          <p:nvPr>
            <p:ph sz="quarter" idx="15" hasCustomPrompt="1"/>
          </p:nvPr>
        </p:nvSpPr>
        <p:spPr>
          <a:xfrm>
            <a:off x="457200" y="457200"/>
            <a:ext cx="7848600" cy="5943600"/>
          </a:xfrm>
        </p:spPr>
        <p:txBody>
          <a:bodyPr anchor="ctr"/>
          <a:lstStyle>
            <a:lvl1pPr>
              <a:lnSpc>
                <a:spcPct val="90000"/>
              </a:lnSpc>
              <a:defRPr sz="600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5523730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457201" y="457201"/>
            <a:ext cx="11277598" cy="914400"/>
          </a:xfrm>
          <a:prstGeom prst="rect">
            <a:avLst/>
          </a:prstGeo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9C4FF47-482A-5A42-BC2B-D17760A60D7C}" type="datetime1">
              <a:rPr lang="en-US" smtClean="0"/>
              <a:t>10/22/2026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4"/>
            <a:ext cx="5230495" cy="4575175"/>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230493" cy="4575174"/>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898708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457200" y="457200"/>
            <a:ext cx="11277600" cy="914400"/>
          </a:xfrm>
          <a:prstGeom prst="rect">
            <a:avLst/>
          </a:prstGeo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0E0A138-5AFC-9A4D-A014-96125C4D80CC}" type="datetime1">
              <a:rPr lang="en-US" smtClean="0"/>
              <a:t>10/22/2026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23847"/>
            <a:ext cx="5227320" cy="354857"/>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286000"/>
            <a:ext cx="522763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1" y="1823847"/>
            <a:ext cx="5233417" cy="354858"/>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286000"/>
            <a:ext cx="523370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1419061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1"/>
            <a:ext cx="11277600" cy="914400"/>
          </a:xfrm>
          <a:prstGeom prst="rect">
            <a:avLst/>
          </a:prstGeo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F1EA9-87CF-8343-9776-D1D52A179B2E}" type="datetime1">
              <a:rPr lang="en-US" smtClean="0"/>
              <a:t>10/22/2026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082217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89506F-D76B-DF43-A96B-B8A73BD734D5}" type="datetime1">
              <a:rPr lang="en-US" smtClean="0"/>
              <a:t>10/22/2026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4237993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B8EF09-85B4-2CB8-82A3-EECAE01D45AD}"/>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1"/>
            <a:ext cx="3810000" cy="16764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2777B30-84C4-E14A-AD9D-99C744B58D2B}" type="datetime1">
              <a:rPr lang="en-US" smtClean="0"/>
              <a:t>10/22/2026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458616"/>
            <a:ext cx="3810000" cy="3942184"/>
          </a:xfrm>
        </p:spPr>
        <p:txBody>
          <a:bodyPr anchor="t">
            <a:normAutofit/>
          </a:bodyPr>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457200"/>
            <a:ext cx="6934200" cy="5943600"/>
          </a:xfrm>
        </p:spPr>
        <p:txBody>
          <a:bodyPr vert="horz" lIns="91440" tIns="45720" rIns="91440" bIns="45720" rtlCol="0">
            <a:normAutofit/>
          </a:bodyPr>
          <a:lstStyle>
            <a:lvl1pPr>
              <a:spcBef>
                <a:spcPts val="0"/>
              </a:spcBef>
              <a:defRPr lang="en-US" b="0" dirty="0"/>
            </a:lvl1pPr>
            <a:lvl2pPr>
              <a:spcBef>
                <a:spcPts val="0"/>
              </a:spcBef>
              <a:defRPr lang="en-US" dirty="0"/>
            </a:lvl2pPr>
            <a:lvl3pPr>
              <a:spcBef>
                <a:spcPts val="0"/>
              </a:spcBef>
              <a:defRPr lang="en-US" dirty="0"/>
            </a:lvl3pPr>
            <a:lvl4pPr>
              <a:spcBef>
                <a:spcPts val="0"/>
              </a:spcBef>
              <a:defRPr lang="en-US" dirty="0"/>
            </a:lvl4pPr>
            <a:lvl5pPr>
              <a:spcBef>
                <a:spcPts val="0"/>
              </a:spcBef>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879567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35E8B-BB8A-9B48-4EC5-768D5E3A1DD2}"/>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467602 w 12186353"/>
              <a:gd name="csY0" fmla="*/ 454026 h 6854823"/>
              <a:gd name="csX1" fmla="*/ 7467602 w 12186353"/>
              <a:gd name="csY1" fmla="*/ 6397626 h 6854823"/>
              <a:gd name="csX2" fmla="*/ 457203 w 12186353"/>
              <a:gd name="csY2" fmla="*/ 6397626 h 6854823"/>
              <a:gd name="csX3" fmla="*/ 457203 w 12186353"/>
              <a:gd name="csY3" fmla="*/ 454026 h 6854823"/>
              <a:gd name="csX4" fmla="*/ 12186353 w 12186353"/>
              <a:gd name="csY4" fmla="*/ 0 h 6854823"/>
              <a:gd name="csX5" fmla="*/ 0 w 12186353"/>
              <a:gd name="csY5" fmla="*/ 0 h 6854823"/>
              <a:gd name="csX6" fmla="*/ 0 w 12186353"/>
              <a:gd name="csY6" fmla="*/ 6854823 h 6854823"/>
              <a:gd name="csX7" fmla="*/ 12186353 w 12186353"/>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3">
                <a:moveTo>
                  <a:pt x="7467602" y="454026"/>
                </a:moveTo>
                <a:lnTo>
                  <a:pt x="7467602" y="6397626"/>
                </a:lnTo>
                <a:lnTo>
                  <a:pt x="457203" y="6397626"/>
                </a:lnTo>
                <a:lnTo>
                  <a:pt x="457203" y="454026"/>
                </a:lnTo>
                <a:close/>
                <a:moveTo>
                  <a:pt x="12186353" y="0"/>
                </a:moveTo>
                <a:lnTo>
                  <a:pt x="0" y="0"/>
                </a:lnTo>
                <a:lnTo>
                  <a:pt x="0" y="6854823"/>
                </a:lnTo>
                <a:lnTo>
                  <a:pt x="12186353" y="6854823"/>
                </a:lnTo>
                <a:close/>
              </a:path>
            </a:pathLst>
          </a:cu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810000" cy="29718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AB2B00D-D41F-AF4D-9311-8F7464F57478}" type="datetime1">
              <a:rPr lang="en-US" smtClean="0"/>
              <a:t>10/22/2026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3810000"/>
            <a:ext cx="3810000" cy="2590800"/>
          </a:xfrm>
        </p:spPr>
        <p:txBody>
          <a:bodyPr anchor="b"/>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a:extLst>
              <a:ext uri="{FF2B5EF4-FFF2-40B4-BE49-F238E27FC236}">
                <a16:creationId xmlns:a16="http://schemas.microsoft.com/office/drawing/2014/main" id="{0D567F4A-97DA-0A34-ED21-0C003CA8AF5F}"/>
              </a:ext>
            </a:extLst>
          </p:cNvPr>
          <p:cNvSpPr>
            <a:spLocks noGrp="1"/>
          </p:cNvSpPr>
          <p:nvPr>
            <p:ph type="pic" idx="1" hasCustomPrompt="1"/>
          </p:nvPr>
        </p:nvSpPr>
        <p:spPr>
          <a:xfrm>
            <a:off x="4724400" y="457200"/>
            <a:ext cx="7010399" cy="5943600"/>
          </a:xfrm>
          <a:blipFill>
            <a:blip r:embed="rId3"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496092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87CE1-ACE0-D6A3-D3B7-DF95BF55950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8305801" cy="2971800"/>
          </a:xfrm>
          <a:prstGeom prst="rect">
            <a:avLst/>
          </a:prstGeom>
        </p:spPr>
        <p:txBody>
          <a:bodyPr anchor="b">
            <a:normAutofit/>
          </a:bodyPr>
          <a:lstStyle>
            <a:lvl1pPr>
              <a:defRPr sz="60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D1D72C-8184-5840-B481-389540A01A17}" type="datetime1">
              <a:rPr lang="en-US" smtClean="0"/>
              <a:t>10/22/2026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198" y="3733800"/>
            <a:ext cx="11277599" cy="2666998"/>
          </a:xfrm>
        </p:spPr>
        <p:txBody>
          <a:bodyPr/>
          <a:lstStyle>
            <a:lvl1pPr marL="0" indent="0">
              <a:lnSpc>
                <a:spcPct val="100000"/>
              </a:lnSpc>
              <a:spcBef>
                <a:spcPts val="0"/>
              </a:spcBef>
              <a:buNone/>
              <a:defRPr>
                <a:solidFill>
                  <a:schemeClr val="tx1"/>
                </a:solidFill>
              </a:defRPr>
            </a:lvl1pPr>
            <a:lvl2pPr marL="228600" indent="0">
              <a:lnSpc>
                <a:spcPct val="100000"/>
              </a:lnSpc>
              <a:spcBef>
                <a:spcPts val="0"/>
              </a:spcBef>
              <a:buNone/>
              <a:defRPr>
                <a:solidFill>
                  <a:schemeClr val="tx1"/>
                </a:solidFill>
              </a:defRPr>
            </a:lvl2pPr>
            <a:lvl3pPr marL="457200" indent="0">
              <a:lnSpc>
                <a:spcPct val="100000"/>
              </a:lnSpc>
              <a:spcBef>
                <a:spcPts val="0"/>
              </a:spcBef>
              <a:buNone/>
              <a:defRPr>
                <a:solidFill>
                  <a:schemeClr val="tx1"/>
                </a:solidFill>
              </a:defRPr>
            </a:lvl3pPr>
            <a:lvl4pPr marL="685800" indent="0">
              <a:lnSpc>
                <a:spcPct val="100000"/>
              </a:lnSpc>
              <a:spcBef>
                <a:spcPts val="0"/>
              </a:spcBef>
              <a:buNone/>
              <a:defRPr>
                <a:solidFill>
                  <a:schemeClr val="tx1"/>
                </a:solidFill>
              </a:defRPr>
            </a:lvl4pPr>
            <a:lvl5pPr marL="914400" indent="0">
              <a:lnSpc>
                <a:spcPct val="100000"/>
              </a:lnSpc>
              <a:spcBef>
                <a:spcPts val="0"/>
              </a:spcBef>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16616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F1DC1-62BC-8F1C-64E5-A5FBEAB8F4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5638799" cy="2971800"/>
          </a:xfrm>
          <a:prstGeom prst="rect">
            <a:avLst/>
          </a:prstGeom>
        </p:spPr>
        <p:txBody>
          <a:bodyPr anchor="t">
            <a:noAutofit/>
          </a:bodyPr>
          <a:lstStyle>
            <a:lvl1pPr>
              <a:defRPr sz="60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2C1FE-0BA1-514C-8495-D43A7528783D}" type="datetime1">
              <a:rPr lang="en-US" smtClean="0"/>
              <a:t>10/22/2026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382000" cy="2590800"/>
          </a:xfrm>
        </p:spPr>
        <p:txBody>
          <a:bodyPr anchor="b">
            <a:normAutofit/>
          </a:bodyPr>
          <a:lstStyle>
            <a:lvl1pPr marL="0" indent="0">
              <a:lnSpc>
                <a:spcPct val="100000"/>
              </a:lnSpc>
              <a:spcBef>
                <a:spcPts val="0"/>
              </a:spcBef>
              <a:buNone/>
              <a:defRPr sz="2000"/>
            </a:lvl1pPr>
            <a:lvl2pPr marL="228600" indent="0">
              <a:lnSpc>
                <a:spcPct val="100000"/>
              </a:lnSpc>
              <a:spcBef>
                <a:spcPts val="0"/>
              </a:spcBef>
              <a:buNone/>
              <a:defRPr sz="2000"/>
            </a:lvl2pPr>
            <a:lvl3pPr marL="457200" indent="0">
              <a:lnSpc>
                <a:spcPct val="100000"/>
              </a:lnSpc>
              <a:spcBef>
                <a:spcPts val="0"/>
              </a:spcBef>
              <a:buNone/>
              <a:defRPr sz="2000"/>
            </a:lvl3pPr>
            <a:lvl4pPr marL="685800" indent="0">
              <a:lnSpc>
                <a:spcPct val="100000"/>
              </a:lnSpc>
              <a:spcBef>
                <a:spcPts val="0"/>
              </a:spcBef>
              <a:buNone/>
              <a:defRPr sz="2000"/>
            </a:lvl4pPr>
            <a:lvl5pPr marL="914400" indent="0">
              <a:lnSpc>
                <a:spcPct val="100000"/>
              </a:lnSpc>
              <a:spcBef>
                <a:spcPts val="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138552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1"/>
            <a:ext cx="11277600" cy="9144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1"/>
            <a:ext cx="11277599" cy="46481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6200" y="76201"/>
            <a:ext cx="1447800" cy="381000"/>
          </a:xfrm>
          <a:prstGeom prst="rect">
            <a:avLst/>
          </a:prstGeom>
        </p:spPr>
        <p:txBody>
          <a:bodyPr vert="horz" lIns="91440" tIns="45720" rIns="91440" bIns="45720" rtlCol="0" anchor="t"/>
          <a:lstStyle>
            <a:lvl1pPr algn="l" rtl="0">
              <a:defRPr sz="900" b="0" i="0" cap="all" spc="50" baseline="0">
                <a:solidFill>
                  <a:schemeClr val="tx1"/>
                </a:solidFill>
                <a:latin typeface="+mn-lt"/>
              </a:defRPr>
            </a:lvl1pPr>
          </a:lstStyle>
          <a:p>
            <a:fld id="{ABF82D58-E94F-DA46-9A9B-DBAB917AB2DD}" type="datetime1">
              <a:rPr lang="en-US" smtClean="0"/>
              <a:pPr/>
              <a:t>10/22/2026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096000" y="76201"/>
            <a:ext cx="6019800" cy="381000"/>
          </a:xfrm>
          <a:prstGeom prst="rect">
            <a:avLst/>
          </a:prstGeom>
        </p:spPr>
        <p:txBody>
          <a:bodyPr vert="horz" lIns="91440" tIns="45720" rIns="91440" bIns="45720" rtlCol="0" anchor="t"/>
          <a:lstStyle>
            <a:lvl1pPr algn="r" rtl="0">
              <a:defRPr sz="900" b="0" i="0" cap="all" spc="50"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20400" y="6400800"/>
            <a:ext cx="1295400" cy="381000"/>
          </a:xfrm>
          <a:prstGeom prst="rect">
            <a:avLst/>
          </a:prstGeom>
        </p:spPr>
        <p:txBody>
          <a:bodyPr vert="horz" lIns="91440" tIns="45720" rIns="91440" bIns="45720" rtlCol="0" anchor="b"/>
          <a:lstStyle>
            <a:lvl1pPr algn="r" rtl="0">
              <a:defRPr sz="900" b="0" i="0" cap="all" spc="50"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5406036"/>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 id="2147484012" r:id="rId33"/>
    <p:sldLayoutId id="2147484013" r:id="rId34"/>
    <p:sldLayoutId id="2147484014" r:id="rId35"/>
    <p:sldLayoutId id="2147484015" r:id="rId36"/>
    <p:sldLayoutId id="2147484016" r:id="rId37"/>
    <p:sldLayoutId id="2147484017" r:id="rId38"/>
    <p:sldLayoutId id="2147484018" r:id="rId39"/>
    <p:sldLayoutId id="2147484019" r:id="rId40"/>
    <p:sldLayoutId id="2147484020" r:id="rId41"/>
    <p:sldLayoutId id="2147484021" r:id="rId42"/>
    <p:sldLayoutId id="2147484022" r:id="rId43"/>
    <p:sldLayoutId id="2147484023" r:id="rId44"/>
    <p:sldLayoutId id="2147484024" r:id="rId45"/>
    <p:sldLayoutId id="2147484025" r:id="rId46"/>
    <p:sldLayoutId id="2147484026" r:id="rId47"/>
    <p:sldLayoutId id="2147484027" r:id="rId48"/>
    <p:sldLayoutId id="2147484028" r:id="rId49"/>
    <p:sldLayoutId id="2147484029" r:id="rId50"/>
    <p:sldLayoutId id="2147484030" r:id="rId51"/>
    <p:sldLayoutId id="2147484031" r:id="rId52"/>
    <p:sldLayoutId id="2147484032" r:id="rId53"/>
  </p:sldLayoutIdLst>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hf sldNum="0" hdr="0" ftr="0" dt="0"/>
  <p:txStyles>
    <p:titleStyle>
      <a:lvl1pPr algn="l" defTabSz="914400" rtl="0" eaLnBrk="1" latinLnBrk="0" hangingPunct="1">
        <a:lnSpc>
          <a:spcPct val="80000"/>
        </a:lnSpc>
        <a:spcBef>
          <a:spcPct val="0"/>
        </a:spcBef>
        <a:buNone/>
        <a:defRPr sz="3600" b="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31" orient="horz" pos="48" userDrawn="1">
          <p15:clr>
            <a:srgbClr val="F26B43"/>
          </p15:clr>
        </p15:guide>
        <p15:guide id="32" orient="horz" pos="4272" userDrawn="1">
          <p15:clr>
            <a:srgbClr val="F26B43"/>
          </p15:clr>
        </p15:guide>
        <p15:guide id="33" pos="48" userDrawn="1">
          <p15:clr>
            <a:srgbClr val="F26B43"/>
          </p15:clr>
        </p15:guide>
        <p15:guide id="34" pos="7632" userDrawn="1">
          <p15:clr>
            <a:srgbClr val="F26B43"/>
          </p15:clr>
        </p15:guide>
        <p15:guide id="35" orient="horz" pos="288" userDrawn="1">
          <p15:clr>
            <a:srgbClr val="F26B43"/>
          </p15:clr>
        </p15:guide>
        <p15:guide id="36" orient="horz" pos="4032" userDrawn="1">
          <p15:clr>
            <a:srgbClr val="F26B43"/>
          </p15:clr>
        </p15:guide>
        <p15:guide id="37" pos="7392" userDrawn="1">
          <p15:clr>
            <a:srgbClr val="F26B43"/>
          </p15:clr>
        </p15:guide>
        <p15:guide id="38" pos="28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7.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872FD-7E92-C3C8-5956-A6C41548252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01FB9CD-CBF7-C634-8B2F-5E2490FDF9F0}"/>
              </a:ext>
            </a:extLst>
          </p:cNvPr>
          <p:cNvSpPr>
            <a:spLocks noGrp="1"/>
          </p:cNvSpPr>
          <p:nvPr>
            <p:ph type="ctrTitle"/>
          </p:nvPr>
        </p:nvSpPr>
        <p:spPr>
          <a:xfrm>
            <a:off x="457200" y="2068921"/>
            <a:ext cx="8229600" cy="3984010"/>
          </a:xfrm>
        </p:spPr>
        <p:txBody>
          <a:bodyPr>
            <a:normAutofit/>
          </a:bodyPr>
          <a:lstStyle/>
          <a:p>
            <a:r>
              <a:rPr lang="en-US" sz="6000">
                <a:cs typeface="Biome"/>
              </a:rPr>
              <a:t>Classification of White Blood Cells for Identification of AML and ALL</a:t>
            </a:r>
            <a:endParaRPr lang="en-US" sz="6000"/>
          </a:p>
        </p:txBody>
      </p:sp>
      <p:sp>
        <p:nvSpPr>
          <p:cNvPr id="4" name="Subtitle 3">
            <a:extLst>
              <a:ext uri="{FF2B5EF4-FFF2-40B4-BE49-F238E27FC236}">
                <a16:creationId xmlns:a16="http://schemas.microsoft.com/office/drawing/2014/main" id="{D8319D33-1EDC-2FD6-1393-613ECEB01295}"/>
              </a:ext>
            </a:extLst>
          </p:cNvPr>
          <p:cNvSpPr>
            <a:spLocks noGrp="1"/>
          </p:cNvSpPr>
          <p:nvPr>
            <p:ph type="subTitle" idx="1"/>
          </p:nvPr>
        </p:nvSpPr>
        <p:spPr>
          <a:xfrm>
            <a:off x="457200" y="457200"/>
            <a:ext cx="5465928" cy="1139825"/>
          </a:xfrm>
        </p:spPr>
        <p:txBody>
          <a:bodyPr anchor="t">
            <a:normAutofit/>
          </a:bodyPr>
          <a:lstStyle/>
          <a:p>
            <a:r>
              <a:rPr lang="en-US"/>
              <a:t>ST445 Final Project</a:t>
            </a:r>
          </a:p>
        </p:txBody>
      </p:sp>
    </p:spTree>
    <p:extLst>
      <p:ext uri="{BB962C8B-B14F-4D97-AF65-F5344CB8AC3E}">
        <p14:creationId xmlns:p14="http://schemas.microsoft.com/office/powerpoint/2010/main" val="232961423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4848-E194-0160-E57C-838E351EB010}"/>
              </a:ext>
            </a:extLst>
          </p:cNvPr>
          <p:cNvSpPr>
            <a:spLocks noGrp="1"/>
          </p:cNvSpPr>
          <p:nvPr>
            <p:ph type="ctrTitle"/>
          </p:nvPr>
        </p:nvSpPr>
        <p:spPr>
          <a:xfrm>
            <a:off x="496955" y="4412973"/>
            <a:ext cx="7845553" cy="1726096"/>
          </a:xfrm>
        </p:spPr>
        <p:txBody>
          <a:bodyPr/>
          <a:lstStyle/>
          <a:p>
            <a:r>
              <a:rPr lang="en-US"/>
              <a:t>Biological Context: What are AML and ALL?</a:t>
            </a:r>
          </a:p>
        </p:txBody>
      </p:sp>
    </p:spTree>
    <p:extLst>
      <p:ext uri="{BB962C8B-B14F-4D97-AF65-F5344CB8AC3E}">
        <p14:creationId xmlns:p14="http://schemas.microsoft.com/office/powerpoint/2010/main" val="372255681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8A662-7ECB-9E19-0187-07FEB3708D80}"/>
              </a:ext>
            </a:extLst>
          </p:cNvPr>
          <p:cNvSpPr>
            <a:spLocks noGrp="1"/>
          </p:cNvSpPr>
          <p:nvPr>
            <p:ph type="title"/>
          </p:nvPr>
        </p:nvSpPr>
        <p:spPr/>
        <p:txBody>
          <a:bodyPr/>
          <a:lstStyle/>
          <a:p>
            <a:r>
              <a:rPr lang="en-US"/>
              <a:t>Leukemia</a:t>
            </a:r>
          </a:p>
        </p:txBody>
      </p:sp>
      <p:sp>
        <p:nvSpPr>
          <p:cNvPr id="3" name="Content Placeholder 2">
            <a:extLst>
              <a:ext uri="{FF2B5EF4-FFF2-40B4-BE49-F238E27FC236}">
                <a16:creationId xmlns:a16="http://schemas.microsoft.com/office/drawing/2014/main" id="{E53090DE-EBD4-54EB-7637-C7673B4EC42E}"/>
              </a:ext>
            </a:extLst>
          </p:cNvPr>
          <p:cNvSpPr>
            <a:spLocks noGrp="1"/>
          </p:cNvSpPr>
          <p:nvPr>
            <p:ph idx="1"/>
          </p:nvPr>
        </p:nvSpPr>
        <p:spPr>
          <a:xfrm>
            <a:off x="457199" y="1159464"/>
            <a:ext cx="11277599" cy="4539072"/>
          </a:xfrm>
        </p:spPr>
        <p:txBody>
          <a:bodyPr>
            <a:normAutofit/>
          </a:bodyPr>
          <a:lstStyle/>
          <a:p>
            <a:pPr marL="285750" indent="-285750">
              <a:buFont typeface="Courier New" panose="02070309020205020404" pitchFamily="49" charset="0"/>
              <a:buChar char="o"/>
            </a:pPr>
            <a:r>
              <a:rPr lang="en-US" sz="2400"/>
              <a:t>Leukemia–cancers that affect tissues responsible for formation of blood cells </a:t>
            </a:r>
            <a:r>
              <a:rPr lang="en-US" sz="2400">
                <a:sym typeface="Wingdings" pitchFamily="2" charset="2"/>
              </a:rPr>
              <a:t>  abnormal blood cells</a:t>
            </a:r>
          </a:p>
          <a:p>
            <a:pPr marL="514350" lvl="1" indent="-285750">
              <a:buFont typeface="Courier New" panose="02070309020205020404" pitchFamily="49" charset="0"/>
              <a:buChar char="o"/>
            </a:pPr>
            <a:r>
              <a:rPr lang="en-US" sz="2000">
                <a:sym typeface="Wingdings" pitchFamily="2" charset="2"/>
              </a:rPr>
              <a:t>Crowd out healthy cells, increasing risk of infection and anemia</a:t>
            </a:r>
          </a:p>
          <a:p>
            <a:pPr marL="285750" indent="-285750">
              <a:buFont typeface="Courier New" panose="02070309020205020404" pitchFamily="49" charset="0"/>
              <a:buChar char="o"/>
            </a:pPr>
            <a:r>
              <a:rPr lang="en-US" sz="2400"/>
              <a:t>Four main types:</a:t>
            </a:r>
          </a:p>
          <a:p>
            <a:pPr marL="514350" lvl="1" indent="-285750">
              <a:buFont typeface="Courier New" panose="02070309020205020404" pitchFamily="49" charset="0"/>
              <a:buChar char="o"/>
            </a:pPr>
            <a:r>
              <a:rPr lang="en-US" sz="2000"/>
              <a:t>Chronic myelogenous (CML)</a:t>
            </a:r>
          </a:p>
          <a:p>
            <a:pPr marL="514350" lvl="1" indent="-285750">
              <a:buFont typeface="Courier New" panose="02070309020205020404" pitchFamily="49" charset="0"/>
              <a:buChar char="o"/>
            </a:pPr>
            <a:r>
              <a:rPr lang="en-US" sz="2000"/>
              <a:t>Chronic lymphocytic (CLL)</a:t>
            </a:r>
          </a:p>
          <a:p>
            <a:pPr marL="514350" lvl="1" indent="-285750">
              <a:buFont typeface="Courier New" panose="02070309020205020404" pitchFamily="49" charset="0"/>
              <a:buChar char="o"/>
            </a:pPr>
            <a:r>
              <a:rPr lang="en-US" sz="2000"/>
              <a:t>Acute myelogenous (AML) </a:t>
            </a:r>
          </a:p>
          <a:p>
            <a:pPr marL="514350" lvl="1" indent="-285750">
              <a:buFont typeface="Courier New" panose="02070309020205020404" pitchFamily="49" charset="0"/>
              <a:buChar char="o"/>
            </a:pPr>
            <a:r>
              <a:rPr lang="en-US" sz="2000"/>
              <a:t>Acute lymphocytic (ALL)</a:t>
            </a:r>
          </a:p>
        </p:txBody>
      </p:sp>
      <p:sp>
        <p:nvSpPr>
          <p:cNvPr id="4" name="TextBox 3">
            <a:extLst>
              <a:ext uri="{FF2B5EF4-FFF2-40B4-BE49-F238E27FC236}">
                <a16:creationId xmlns:a16="http://schemas.microsoft.com/office/drawing/2014/main" id="{4D7DFDB9-614E-E328-209C-7AB68AC89739}"/>
              </a:ext>
            </a:extLst>
          </p:cNvPr>
          <p:cNvSpPr txBox="1"/>
          <p:nvPr/>
        </p:nvSpPr>
        <p:spPr>
          <a:xfrm>
            <a:off x="4055166" y="3856384"/>
            <a:ext cx="3790121" cy="971292"/>
          </a:xfrm>
          <a:prstGeom prst="rect">
            <a:avLst/>
          </a:prstGeom>
          <a:noFill/>
        </p:spPr>
        <p:txBody>
          <a:bodyPr wrap="square" rtlCol="0">
            <a:spAutoFit/>
          </a:bodyPr>
          <a:lstStyle/>
          <a:p>
            <a:pPr marL="285750" indent="-285750">
              <a:lnSpc>
                <a:spcPct val="150000"/>
              </a:lnSpc>
              <a:buFont typeface="Wingdings" pitchFamily="2" charset="2"/>
              <a:buChar char="à"/>
            </a:pPr>
            <a:r>
              <a:rPr lang="en-US" sz="2000" dirty="0"/>
              <a:t>      Affects myeloblasts </a:t>
            </a:r>
          </a:p>
          <a:p>
            <a:pPr marL="285750" indent="-285750">
              <a:lnSpc>
                <a:spcPct val="150000"/>
              </a:lnSpc>
              <a:buFont typeface="Wingdings" pitchFamily="2" charset="2"/>
              <a:buChar char="à"/>
            </a:pPr>
            <a:r>
              <a:rPr lang="en-US" sz="2000" dirty="0"/>
              <a:t>      Affects lymphoblasts</a:t>
            </a:r>
          </a:p>
        </p:txBody>
      </p:sp>
    </p:spTree>
    <p:extLst>
      <p:ext uri="{BB962C8B-B14F-4D97-AF65-F5344CB8AC3E}">
        <p14:creationId xmlns:p14="http://schemas.microsoft.com/office/powerpoint/2010/main" val="367671395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a:extLst>
              <a:ext uri="{FF2B5EF4-FFF2-40B4-BE49-F238E27FC236}">
                <a16:creationId xmlns:a16="http://schemas.microsoft.com/office/drawing/2014/main" id="{AF1923AB-A053-949B-E261-620C73FCBA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7722" y="230148"/>
            <a:ext cx="9596554" cy="639770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412E781-98EE-043F-72F8-7B407D2F6404}"/>
              </a:ext>
            </a:extLst>
          </p:cNvPr>
          <p:cNvSpPr>
            <a:spLocks noGrp="1"/>
          </p:cNvSpPr>
          <p:nvPr>
            <p:ph type="title"/>
          </p:nvPr>
        </p:nvSpPr>
        <p:spPr/>
        <p:txBody>
          <a:bodyPr/>
          <a:lstStyle/>
          <a:p>
            <a:r>
              <a:rPr lang="en-US"/>
              <a:t>Types of Blood Cells</a:t>
            </a:r>
          </a:p>
        </p:txBody>
      </p:sp>
      <p:sp>
        <p:nvSpPr>
          <p:cNvPr id="7" name="Oval 6">
            <a:extLst>
              <a:ext uri="{FF2B5EF4-FFF2-40B4-BE49-F238E27FC236}">
                <a16:creationId xmlns:a16="http://schemas.microsoft.com/office/drawing/2014/main" id="{ADEBD85F-7D82-BF11-F9E5-980B305333F5}"/>
              </a:ext>
            </a:extLst>
          </p:cNvPr>
          <p:cNvSpPr/>
          <p:nvPr/>
        </p:nvSpPr>
        <p:spPr>
          <a:xfrm>
            <a:off x="4916556" y="2895597"/>
            <a:ext cx="1179443" cy="1139688"/>
          </a:xfrm>
          <a:prstGeom prst="ellipse">
            <a:avLst/>
          </a:prstGeom>
          <a:noFill/>
          <a:ln w="44450">
            <a:solidFill>
              <a:srgbClr val="FB4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721492FA-FAF7-8902-6E8B-3174DCFC427C}"/>
              </a:ext>
            </a:extLst>
          </p:cNvPr>
          <p:cNvSpPr/>
          <p:nvPr/>
        </p:nvSpPr>
        <p:spPr>
          <a:xfrm>
            <a:off x="3872453" y="4187685"/>
            <a:ext cx="1179443" cy="1139688"/>
          </a:xfrm>
          <a:prstGeom prst="ellipse">
            <a:avLst/>
          </a:prstGeom>
          <a:noFill/>
          <a:ln w="44450">
            <a:solidFill>
              <a:srgbClr val="FB4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604B279E-39E6-B775-3410-FD37926CF3F4}"/>
              </a:ext>
            </a:extLst>
          </p:cNvPr>
          <p:cNvSpPr/>
          <p:nvPr/>
        </p:nvSpPr>
        <p:spPr>
          <a:xfrm>
            <a:off x="6026920" y="4187685"/>
            <a:ext cx="1179443" cy="1139688"/>
          </a:xfrm>
          <a:prstGeom prst="ellipse">
            <a:avLst/>
          </a:prstGeom>
          <a:noFill/>
          <a:ln w="44450">
            <a:solidFill>
              <a:srgbClr val="FB4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442E246-25F7-2CFC-CE40-099414240881}"/>
              </a:ext>
            </a:extLst>
          </p:cNvPr>
          <p:cNvSpPr/>
          <p:nvPr/>
        </p:nvSpPr>
        <p:spPr>
          <a:xfrm>
            <a:off x="2897429" y="4187685"/>
            <a:ext cx="1179443" cy="1139688"/>
          </a:xfrm>
          <a:prstGeom prst="ellipse">
            <a:avLst/>
          </a:prstGeom>
          <a:noFill/>
          <a:ln w="44450">
            <a:solidFill>
              <a:srgbClr val="FB4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1DF444AF-FD34-7252-3C5A-71949753C17F}"/>
              </a:ext>
            </a:extLst>
          </p:cNvPr>
          <p:cNvSpPr/>
          <p:nvPr/>
        </p:nvSpPr>
        <p:spPr>
          <a:xfrm>
            <a:off x="7765775" y="1580218"/>
            <a:ext cx="1179443" cy="1139688"/>
          </a:xfrm>
          <a:prstGeom prst="ellipse">
            <a:avLst/>
          </a:prstGeom>
          <a:noFill/>
          <a:ln w="44450">
            <a:solidFill>
              <a:srgbClr val="FB4B5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997403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animBg="1"/>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8A662-7ECB-9E19-0187-07FEB3708D80}"/>
              </a:ext>
            </a:extLst>
          </p:cNvPr>
          <p:cNvSpPr>
            <a:spLocks noGrp="1"/>
          </p:cNvSpPr>
          <p:nvPr>
            <p:ph type="title"/>
          </p:nvPr>
        </p:nvSpPr>
        <p:spPr/>
        <p:txBody>
          <a:bodyPr/>
          <a:lstStyle/>
          <a:p>
            <a:r>
              <a:rPr lang="en-US"/>
              <a:t>AML and ALL</a:t>
            </a:r>
          </a:p>
        </p:txBody>
      </p:sp>
      <p:sp>
        <p:nvSpPr>
          <p:cNvPr id="3" name="Content Placeholder 2">
            <a:extLst>
              <a:ext uri="{FF2B5EF4-FFF2-40B4-BE49-F238E27FC236}">
                <a16:creationId xmlns:a16="http://schemas.microsoft.com/office/drawing/2014/main" id="{E53090DE-EBD4-54EB-7637-C7673B4EC42E}"/>
              </a:ext>
            </a:extLst>
          </p:cNvPr>
          <p:cNvSpPr>
            <a:spLocks noGrp="1"/>
          </p:cNvSpPr>
          <p:nvPr>
            <p:ph idx="1"/>
          </p:nvPr>
        </p:nvSpPr>
        <p:spPr>
          <a:xfrm>
            <a:off x="457199" y="1159464"/>
            <a:ext cx="11277599" cy="4539072"/>
          </a:xfrm>
        </p:spPr>
        <p:txBody>
          <a:bodyPr>
            <a:normAutofit lnSpcReduction="10000"/>
          </a:bodyPr>
          <a:lstStyle/>
          <a:p>
            <a:pPr marL="342900" indent="-342900">
              <a:buFont typeface="Courier New" panose="02070309020205020404" pitchFamily="49" charset="0"/>
              <a:buChar char="o"/>
            </a:pPr>
            <a:r>
              <a:rPr lang="en-US" sz="2400"/>
              <a:t>Symptoms (Puckett &amp; Chan, 2023)</a:t>
            </a:r>
            <a:endParaRPr lang="en-US" sz="2400">
              <a:sym typeface="Wingdings" pitchFamily="2" charset="2"/>
            </a:endParaRPr>
          </a:p>
          <a:p>
            <a:pPr marL="571500" lvl="1" indent="-342900">
              <a:buFont typeface="Courier New" panose="02070309020205020404" pitchFamily="49" charset="0"/>
              <a:buChar char="o"/>
            </a:pPr>
            <a:r>
              <a:rPr lang="en-US" sz="2000">
                <a:sym typeface="Wingdings" pitchFamily="2" charset="2"/>
              </a:rPr>
              <a:t>Asymptomatic patients</a:t>
            </a:r>
          </a:p>
          <a:p>
            <a:pPr marL="571500" lvl="1" indent="-342900">
              <a:buFont typeface="Courier New" panose="02070309020205020404" pitchFamily="49" charset="0"/>
              <a:buChar char="o"/>
            </a:pPr>
            <a:r>
              <a:rPr lang="en-US" sz="2000">
                <a:sym typeface="Wingdings" pitchFamily="2" charset="2"/>
              </a:rPr>
              <a:t>Anemia, thrombocytopenia, and neutropenia </a:t>
            </a:r>
          </a:p>
          <a:p>
            <a:pPr marL="571500" lvl="1" indent="-342900">
              <a:buFont typeface="Courier New" panose="02070309020205020404" pitchFamily="49" charset="0"/>
              <a:buChar char="o"/>
            </a:pPr>
            <a:r>
              <a:rPr lang="en-US" sz="2000">
                <a:sym typeface="Wingdings" pitchFamily="2" charset="2"/>
              </a:rPr>
              <a:t>Fever, night sweats, weight loss</a:t>
            </a:r>
          </a:p>
          <a:p>
            <a:pPr marL="342900" indent="-342900">
              <a:buFont typeface="Courier New" panose="02070309020205020404" pitchFamily="49" charset="0"/>
              <a:buChar char="o"/>
            </a:pPr>
            <a:r>
              <a:rPr lang="en-US" sz="2400">
                <a:sym typeface="Wingdings" pitchFamily="2" charset="2"/>
              </a:rPr>
              <a:t>Prognoses</a:t>
            </a:r>
          </a:p>
          <a:p>
            <a:pPr marL="514350" lvl="1" indent="-285750">
              <a:buFont typeface="Courier New" panose="02070309020205020404" pitchFamily="49" charset="0"/>
              <a:buChar char="o"/>
            </a:pPr>
            <a:r>
              <a:rPr lang="en-US" sz="2000">
                <a:sym typeface="Wingdings" pitchFamily="2" charset="2"/>
              </a:rPr>
              <a:t>Prognosis worsens as a patient’s age increases</a:t>
            </a:r>
          </a:p>
          <a:p>
            <a:pPr marL="514350" lvl="1" indent="-285750">
              <a:buFont typeface="Courier New" panose="02070309020205020404" pitchFamily="49" charset="0"/>
              <a:buChar char="o"/>
            </a:pPr>
            <a:r>
              <a:rPr lang="en-US" sz="2000">
                <a:sym typeface="Wingdings" pitchFamily="2" charset="2"/>
              </a:rPr>
              <a:t>Untreated AML leads to death within weeks to months of clinical presentation (Shipley &amp; Butera, 2009)</a:t>
            </a:r>
          </a:p>
          <a:p>
            <a:pPr marL="514350" lvl="1" indent="-285750">
              <a:buFont typeface="Courier New" panose="02070309020205020404" pitchFamily="49" charset="0"/>
              <a:buChar char="o"/>
            </a:pPr>
            <a:r>
              <a:rPr lang="en-US" sz="2000">
                <a:sym typeface="Wingdings" pitchFamily="2" charset="2"/>
              </a:rPr>
              <a:t>Five-year survival rates (</a:t>
            </a:r>
            <a:r>
              <a:rPr lang="en-US" sz="2000">
                <a:cs typeface="Calibri" panose="020F0502020204030204" pitchFamily="34" charset="0"/>
              </a:rPr>
              <a:t>Roswell Park Comprehensive Cancer Center, n.d.) </a:t>
            </a:r>
            <a:endParaRPr lang="en-US" sz="2000">
              <a:sym typeface="Wingdings" pitchFamily="2" charset="2"/>
            </a:endParaRPr>
          </a:p>
          <a:p>
            <a:pPr marL="742950" lvl="2" indent="-285750">
              <a:buFont typeface="Courier New" panose="02070309020205020404" pitchFamily="49" charset="0"/>
              <a:buChar char="o"/>
            </a:pPr>
            <a:r>
              <a:rPr lang="en-US" sz="2000">
                <a:sym typeface="Wingdings" pitchFamily="2" charset="2"/>
              </a:rPr>
              <a:t>AML: 31.9%</a:t>
            </a:r>
          </a:p>
          <a:p>
            <a:pPr marL="742950" lvl="2" indent="-285750">
              <a:buFont typeface="Courier New" panose="02070309020205020404" pitchFamily="49" charset="0"/>
              <a:buChar char="o"/>
            </a:pPr>
            <a:r>
              <a:rPr lang="en-US" sz="2000">
                <a:sym typeface="Wingdings" pitchFamily="2" charset="2"/>
              </a:rPr>
              <a:t>ALL: 72%</a:t>
            </a:r>
          </a:p>
        </p:txBody>
      </p:sp>
    </p:spTree>
    <p:extLst>
      <p:ext uri="{BB962C8B-B14F-4D97-AF65-F5344CB8AC3E}">
        <p14:creationId xmlns:p14="http://schemas.microsoft.com/office/powerpoint/2010/main" val="410417198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4848-E194-0160-E57C-838E351EB010}"/>
              </a:ext>
            </a:extLst>
          </p:cNvPr>
          <p:cNvSpPr>
            <a:spLocks noGrp="1"/>
          </p:cNvSpPr>
          <p:nvPr>
            <p:ph type="ctrTitle"/>
          </p:nvPr>
        </p:nvSpPr>
        <p:spPr>
          <a:xfrm>
            <a:off x="496955" y="4412973"/>
            <a:ext cx="7845553" cy="1726096"/>
          </a:xfrm>
        </p:spPr>
        <p:txBody>
          <a:bodyPr/>
          <a:lstStyle/>
          <a:p>
            <a:r>
              <a:rPr lang="en-US"/>
              <a:t>Dataset</a:t>
            </a:r>
          </a:p>
        </p:txBody>
      </p:sp>
    </p:spTree>
    <p:extLst>
      <p:ext uri="{BB962C8B-B14F-4D97-AF65-F5344CB8AC3E}">
        <p14:creationId xmlns:p14="http://schemas.microsoft.com/office/powerpoint/2010/main" val="419241423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EF452-4CF8-78B9-2C44-611C1777D076}"/>
              </a:ext>
            </a:extLst>
          </p:cNvPr>
          <p:cNvSpPr>
            <a:spLocks noGrp="1"/>
          </p:cNvSpPr>
          <p:nvPr>
            <p:ph type="title"/>
          </p:nvPr>
        </p:nvSpPr>
        <p:spPr/>
        <p:txBody>
          <a:bodyPr/>
          <a:lstStyle/>
          <a:p>
            <a:r>
              <a:rPr lang="en-US"/>
              <a:t>Blood Cell Images for Cancer Detection</a:t>
            </a:r>
          </a:p>
        </p:txBody>
      </p:sp>
      <p:sp>
        <p:nvSpPr>
          <p:cNvPr id="3" name="Content Placeholder 2">
            <a:extLst>
              <a:ext uri="{FF2B5EF4-FFF2-40B4-BE49-F238E27FC236}">
                <a16:creationId xmlns:a16="http://schemas.microsoft.com/office/drawing/2014/main" id="{89E721BF-0DFB-F570-0258-BE589E3177C6}"/>
              </a:ext>
            </a:extLst>
          </p:cNvPr>
          <p:cNvSpPr>
            <a:spLocks noGrp="1"/>
          </p:cNvSpPr>
          <p:nvPr>
            <p:ph idx="1"/>
          </p:nvPr>
        </p:nvSpPr>
        <p:spPr>
          <a:xfrm>
            <a:off x="457200" y="1159464"/>
            <a:ext cx="11277599" cy="4539072"/>
          </a:xfrm>
        </p:spPr>
        <p:txBody>
          <a:bodyPr>
            <a:normAutofit/>
          </a:bodyPr>
          <a:lstStyle/>
          <a:p>
            <a:pPr marL="285750" indent="-285750">
              <a:buFont typeface="Courier New" panose="02070309020205020404" pitchFamily="49" charset="0"/>
              <a:buChar char="o"/>
            </a:pPr>
            <a:r>
              <a:rPr lang="en-US" sz="2400"/>
              <a:t>Uploaded by </a:t>
            </a:r>
            <a:r>
              <a:rPr lang="en-US" sz="2400" err="1"/>
              <a:t>Sumith</a:t>
            </a:r>
            <a:r>
              <a:rPr lang="en-US" sz="2400"/>
              <a:t> Singh </a:t>
            </a:r>
            <a:r>
              <a:rPr lang="en-US" sz="2400" err="1"/>
              <a:t>Kothwal</a:t>
            </a:r>
            <a:endParaRPr lang="en-US" sz="2400"/>
          </a:p>
          <a:p>
            <a:pPr marL="285750" indent="-285750">
              <a:buFont typeface="Courier New" panose="02070309020205020404" pitchFamily="49" charset="0"/>
              <a:buChar char="o"/>
            </a:pPr>
            <a:r>
              <a:rPr lang="en-US" sz="2400"/>
              <a:t>Images collected under standardized conditions</a:t>
            </a:r>
          </a:p>
          <a:p>
            <a:pPr marL="285750" indent="-285750">
              <a:buFont typeface="Courier New" panose="02070309020205020404" pitchFamily="49" charset="0"/>
              <a:buChar char="o"/>
            </a:pPr>
            <a:endParaRPr lang="en-US" sz="2400"/>
          </a:p>
          <a:p>
            <a:pPr marL="514350" lvl="1" indent="-285750">
              <a:buFont typeface="Courier New" panose="02070309020205020404" pitchFamily="49" charset="0"/>
              <a:buChar char="o"/>
            </a:pPr>
            <a:endParaRPr lang="en-US" sz="2400"/>
          </a:p>
        </p:txBody>
      </p:sp>
      <p:pic>
        <p:nvPicPr>
          <p:cNvPr id="5" name="Picture 4" descr="A screen shot of a computer&#10;&#10;Description automatically generated">
            <a:extLst>
              <a:ext uri="{FF2B5EF4-FFF2-40B4-BE49-F238E27FC236}">
                <a16:creationId xmlns:a16="http://schemas.microsoft.com/office/drawing/2014/main" id="{CBD0BF5F-58C3-2423-EF6A-F21076061463}"/>
              </a:ext>
            </a:extLst>
          </p:cNvPr>
          <p:cNvPicPr>
            <a:picLocks noChangeAspect="1"/>
          </p:cNvPicPr>
          <p:nvPr/>
        </p:nvPicPr>
        <p:blipFill rotWithShape="1">
          <a:blip r:embed="rId3">
            <a:extLst>
              <a:ext uri="{28A0092B-C50C-407E-A947-70E740481C1C}">
                <a14:useLocalDpi xmlns:a14="http://schemas.microsoft.com/office/drawing/2010/main" val="0"/>
              </a:ext>
            </a:extLst>
          </a:blip>
          <a:srcRect t="859" b="4269"/>
          <a:stretch/>
        </p:blipFill>
        <p:spPr>
          <a:xfrm>
            <a:off x="3019517" y="3108158"/>
            <a:ext cx="6152963" cy="2375787"/>
          </a:xfrm>
          <a:prstGeom prst="rect">
            <a:avLst/>
          </a:prstGeom>
        </p:spPr>
      </p:pic>
    </p:spTree>
    <p:extLst>
      <p:ext uri="{BB962C8B-B14F-4D97-AF65-F5344CB8AC3E}">
        <p14:creationId xmlns:p14="http://schemas.microsoft.com/office/powerpoint/2010/main" val="412195946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EF452-4CF8-78B9-2C44-611C1777D076}"/>
              </a:ext>
            </a:extLst>
          </p:cNvPr>
          <p:cNvSpPr>
            <a:spLocks noGrp="1"/>
          </p:cNvSpPr>
          <p:nvPr>
            <p:ph type="title"/>
          </p:nvPr>
        </p:nvSpPr>
        <p:spPr/>
        <p:txBody>
          <a:bodyPr/>
          <a:lstStyle/>
          <a:p>
            <a:r>
              <a:rPr lang="en-US"/>
              <a:t>Myeloblasts vs. Lymphoblasts</a:t>
            </a:r>
          </a:p>
        </p:txBody>
      </p:sp>
      <p:sp>
        <p:nvSpPr>
          <p:cNvPr id="3" name="Content Placeholder 2">
            <a:extLst>
              <a:ext uri="{FF2B5EF4-FFF2-40B4-BE49-F238E27FC236}">
                <a16:creationId xmlns:a16="http://schemas.microsoft.com/office/drawing/2014/main" id="{89E721BF-0DFB-F570-0258-BE589E3177C6}"/>
              </a:ext>
            </a:extLst>
          </p:cNvPr>
          <p:cNvSpPr>
            <a:spLocks noGrp="1"/>
          </p:cNvSpPr>
          <p:nvPr>
            <p:ph idx="1"/>
          </p:nvPr>
        </p:nvSpPr>
        <p:spPr>
          <a:xfrm>
            <a:off x="457200" y="1159464"/>
            <a:ext cx="11277599" cy="4539072"/>
          </a:xfrm>
        </p:spPr>
        <p:txBody>
          <a:bodyPr>
            <a:normAutofit/>
          </a:bodyPr>
          <a:lstStyle/>
          <a:p>
            <a:pPr marL="285750" indent="-285750">
              <a:buFont typeface="Courier New" panose="02070309020205020404" pitchFamily="49" charset="0"/>
              <a:buChar char="o"/>
            </a:pPr>
            <a:endParaRPr lang="en-US" sz="2400"/>
          </a:p>
          <a:p>
            <a:pPr marL="514350" lvl="1" indent="-285750">
              <a:buFont typeface="Courier New" panose="02070309020205020404" pitchFamily="49" charset="0"/>
              <a:buChar char="o"/>
            </a:pPr>
            <a:endParaRPr lang="en-US" sz="2400"/>
          </a:p>
        </p:txBody>
      </p:sp>
      <p:pic>
        <p:nvPicPr>
          <p:cNvPr id="6" name="Picture 5" descr="A purple circle with a white circle in the middle&#10;&#10;Description automatically generated with medium confidence">
            <a:extLst>
              <a:ext uri="{FF2B5EF4-FFF2-40B4-BE49-F238E27FC236}">
                <a16:creationId xmlns:a16="http://schemas.microsoft.com/office/drawing/2014/main" id="{3F952FBE-E2ED-1790-65C7-792E7AF93A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7514" y="1845391"/>
            <a:ext cx="3483811" cy="3483811"/>
          </a:xfrm>
          <a:prstGeom prst="rect">
            <a:avLst/>
          </a:prstGeom>
        </p:spPr>
      </p:pic>
      <p:pic>
        <p:nvPicPr>
          <p:cNvPr id="8" name="Picture 7">
            <a:extLst>
              <a:ext uri="{FF2B5EF4-FFF2-40B4-BE49-F238E27FC236}">
                <a16:creationId xmlns:a16="http://schemas.microsoft.com/office/drawing/2014/main" id="{D1990B69-596C-729F-10A5-FF326C813D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60675" y="1845392"/>
            <a:ext cx="3483811" cy="3483811"/>
          </a:xfrm>
          <a:prstGeom prst="rect">
            <a:avLst/>
          </a:prstGeom>
        </p:spPr>
      </p:pic>
      <p:sp>
        <p:nvSpPr>
          <p:cNvPr id="9" name="TextBox 8">
            <a:extLst>
              <a:ext uri="{FF2B5EF4-FFF2-40B4-BE49-F238E27FC236}">
                <a16:creationId xmlns:a16="http://schemas.microsoft.com/office/drawing/2014/main" id="{F29BA426-4098-8987-04DA-3BC9624ABE48}"/>
              </a:ext>
            </a:extLst>
          </p:cNvPr>
          <p:cNvSpPr txBox="1"/>
          <p:nvPr/>
        </p:nvSpPr>
        <p:spPr>
          <a:xfrm>
            <a:off x="2418989" y="5350956"/>
            <a:ext cx="2340864" cy="369332"/>
          </a:xfrm>
          <a:prstGeom prst="rect">
            <a:avLst/>
          </a:prstGeom>
          <a:noFill/>
        </p:spPr>
        <p:txBody>
          <a:bodyPr wrap="square" rtlCol="0">
            <a:spAutoFit/>
          </a:bodyPr>
          <a:lstStyle/>
          <a:p>
            <a:pPr algn="ctr"/>
            <a:r>
              <a:rPr lang="en-US"/>
              <a:t>Suspected myeloblast</a:t>
            </a:r>
          </a:p>
        </p:txBody>
      </p:sp>
      <p:sp>
        <p:nvSpPr>
          <p:cNvPr id="10" name="TextBox 9">
            <a:extLst>
              <a:ext uri="{FF2B5EF4-FFF2-40B4-BE49-F238E27FC236}">
                <a16:creationId xmlns:a16="http://schemas.microsoft.com/office/drawing/2014/main" id="{CE9F462E-37D5-7CBC-B345-90F51F7A389D}"/>
              </a:ext>
            </a:extLst>
          </p:cNvPr>
          <p:cNvSpPr txBox="1"/>
          <p:nvPr/>
        </p:nvSpPr>
        <p:spPr>
          <a:xfrm>
            <a:off x="7345600" y="5350956"/>
            <a:ext cx="2513959" cy="369332"/>
          </a:xfrm>
          <a:prstGeom prst="rect">
            <a:avLst/>
          </a:prstGeom>
          <a:noFill/>
        </p:spPr>
        <p:txBody>
          <a:bodyPr wrap="square" rtlCol="0">
            <a:spAutoFit/>
          </a:bodyPr>
          <a:lstStyle/>
          <a:p>
            <a:pPr algn="ctr"/>
            <a:r>
              <a:rPr lang="en-US"/>
              <a:t>Suspected lymphoblast</a:t>
            </a:r>
          </a:p>
        </p:txBody>
      </p:sp>
    </p:spTree>
    <p:extLst>
      <p:ext uri="{BB962C8B-B14F-4D97-AF65-F5344CB8AC3E}">
        <p14:creationId xmlns:p14="http://schemas.microsoft.com/office/powerpoint/2010/main" val="122089677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4848-E194-0160-E57C-838E351EB010}"/>
              </a:ext>
            </a:extLst>
          </p:cNvPr>
          <p:cNvSpPr>
            <a:spLocks noGrp="1"/>
          </p:cNvSpPr>
          <p:nvPr>
            <p:ph type="ctrTitle"/>
          </p:nvPr>
        </p:nvSpPr>
        <p:spPr>
          <a:xfrm>
            <a:off x="470451" y="5049077"/>
            <a:ext cx="7845553" cy="1076739"/>
          </a:xfrm>
        </p:spPr>
        <p:txBody>
          <a:bodyPr/>
          <a:lstStyle/>
          <a:p>
            <a:r>
              <a:rPr lang="en-US"/>
              <a:t>Image Preprocessing</a:t>
            </a:r>
          </a:p>
        </p:txBody>
      </p:sp>
    </p:spTree>
    <p:extLst>
      <p:ext uri="{BB962C8B-B14F-4D97-AF65-F5344CB8AC3E}">
        <p14:creationId xmlns:p14="http://schemas.microsoft.com/office/powerpoint/2010/main" val="281428828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689DA-91A7-3E20-3224-E0D05CF8604A}"/>
              </a:ext>
            </a:extLst>
          </p:cNvPr>
          <p:cNvSpPr>
            <a:spLocks noGrp="1"/>
          </p:cNvSpPr>
          <p:nvPr>
            <p:ph type="title"/>
          </p:nvPr>
        </p:nvSpPr>
        <p:spPr/>
        <p:txBody>
          <a:bodyPr/>
          <a:lstStyle/>
          <a:p>
            <a:r>
              <a:rPr lang="en-US"/>
              <a:t>Preprocessing Biological Images</a:t>
            </a:r>
          </a:p>
        </p:txBody>
      </p:sp>
      <p:sp>
        <p:nvSpPr>
          <p:cNvPr id="3" name="Content Placeholder 2">
            <a:extLst>
              <a:ext uri="{FF2B5EF4-FFF2-40B4-BE49-F238E27FC236}">
                <a16:creationId xmlns:a16="http://schemas.microsoft.com/office/drawing/2014/main" id="{7C4CF497-9509-5436-7138-DFF920805AD5}"/>
              </a:ext>
            </a:extLst>
          </p:cNvPr>
          <p:cNvSpPr>
            <a:spLocks noGrp="1"/>
          </p:cNvSpPr>
          <p:nvPr>
            <p:ph idx="1"/>
          </p:nvPr>
        </p:nvSpPr>
        <p:spPr>
          <a:xfrm>
            <a:off x="457199" y="1159464"/>
            <a:ext cx="11277599" cy="4539072"/>
          </a:xfrm>
        </p:spPr>
        <p:txBody>
          <a:bodyPr/>
          <a:lstStyle/>
          <a:p>
            <a:pPr marL="285750" indent="-285750">
              <a:buFont typeface="Courier New" panose="02070309020205020404" pitchFamily="49" charset="0"/>
              <a:buChar char="o"/>
            </a:pPr>
            <a:r>
              <a:rPr lang="en-US" sz="2400"/>
              <a:t>Difficulties associated with bioimages</a:t>
            </a:r>
          </a:p>
          <a:p>
            <a:pPr marL="285750" indent="-285750">
              <a:buFont typeface="Courier New" panose="02070309020205020404" pitchFamily="49" charset="0"/>
              <a:buChar char="o"/>
            </a:pPr>
            <a:r>
              <a:rPr lang="en-US" sz="2400"/>
              <a:t>Preprocessing pipelines based on previous literature </a:t>
            </a:r>
          </a:p>
          <a:p>
            <a:pPr marL="514350" lvl="1" indent="-285750">
              <a:buFont typeface="Courier New" panose="02070309020205020404" pitchFamily="49" charset="0"/>
              <a:buChar char="o"/>
            </a:pPr>
            <a:r>
              <a:rPr lang="en-US" sz="2000"/>
              <a:t>Multinomial model: Gaussian blur </a:t>
            </a:r>
            <a:r>
              <a:rPr lang="en-US" sz="2000">
                <a:sym typeface="Wingdings" pitchFamily="2" charset="2"/>
              </a:rPr>
              <a:t> HSV  masking  Canny edge detection  resizing</a:t>
            </a:r>
            <a:endParaRPr lang="en-US" sz="2000"/>
          </a:p>
          <a:p>
            <a:pPr marL="514350" lvl="1" indent="-285750">
              <a:buFont typeface="Courier New" panose="02070309020205020404" pitchFamily="49" charset="0"/>
              <a:buChar char="o"/>
            </a:pPr>
            <a:r>
              <a:rPr lang="en-US" sz="2000"/>
              <a:t>CNN model: HSV </a:t>
            </a:r>
            <a:r>
              <a:rPr lang="en-US" sz="2000">
                <a:sym typeface="Wingdings" pitchFamily="2" charset="2"/>
              </a:rPr>
              <a:t> masking  resizing</a:t>
            </a:r>
            <a:endParaRPr lang="en-US" sz="2000"/>
          </a:p>
        </p:txBody>
      </p:sp>
      <p:pic>
        <p:nvPicPr>
          <p:cNvPr id="5" name="Picture 4">
            <a:extLst>
              <a:ext uri="{FF2B5EF4-FFF2-40B4-BE49-F238E27FC236}">
                <a16:creationId xmlns:a16="http://schemas.microsoft.com/office/drawing/2014/main" id="{CBA68FA4-CFEB-A04C-A3C6-A6887C4D61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5832" y="3238575"/>
            <a:ext cx="3112008" cy="3129297"/>
          </a:xfrm>
          <a:prstGeom prst="rect">
            <a:avLst/>
          </a:prstGeom>
        </p:spPr>
      </p:pic>
      <p:pic>
        <p:nvPicPr>
          <p:cNvPr id="7" name="Picture 6">
            <a:extLst>
              <a:ext uri="{FF2B5EF4-FFF2-40B4-BE49-F238E27FC236}">
                <a16:creationId xmlns:a16="http://schemas.microsoft.com/office/drawing/2014/main" id="{721322DE-EBDF-CC43-0172-75F821C7E9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4160" y="3238575"/>
            <a:ext cx="3112008" cy="3129297"/>
          </a:xfrm>
          <a:prstGeom prst="rect">
            <a:avLst/>
          </a:prstGeom>
        </p:spPr>
      </p:pic>
      <p:sp>
        <p:nvSpPr>
          <p:cNvPr id="8" name="TextBox 7">
            <a:extLst>
              <a:ext uri="{FF2B5EF4-FFF2-40B4-BE49-F238E27FC236}">
                <a16:creationId xmlns:a16="http://schemas.microsoft.com/office/drawing/2014/main" id="{E610B928-9EFD-8BF3-96E8-2F34DFAB296C}"/>
              </a:ext>
            </a:extLst>
          </p:cNvPr>
          <p:cNvSpPr txBox="1"/>
          <p:nvPr/>
        </p:nvSpPr>
        <p:spPr>
          <a:xfrm>
            <a:off x="2851404" y="6386160"/>
            <a:ext cx="2340864" cy="369332"/>
          </a:xfrm>
          <a:prstGeom prst="rect">
            <a:avLst/>
          </a:prstGeom>
          <a:noFill/>
        </p:spPr>
        <p:txBody>
          <a:bodyPr wrap="square" rtlCol="0">
            <a:spAutoFit/>
          </a:bodyPr>
          <a:lstStyle/>
          <a:p>
            <a:pPr algn="ctr"/>
            <a:r>
              <a:rPr lang="en-US"/>
              <a:t>Image in RGB</a:t>
            </a:r>
          </a:p>
        </p:txBody>
      </p:sp>
      <p:sp>
        <p:nvSpPr>
          <p:cNvPr id="9" name="TextBox 8">
            <a:extLst>
              <a:ext uri="{FF2B5EF4-FFF2-40B4-BE49-F238E27FC236}">
                <a16:creationId xmlns:a16="http://schemas.microsoft.com/office/drawing/2014/main" id="{64C4FB45-2487-AD5D-997D-27F2A6335B64}"/>
              </a:ext>
            </a:extLst>
          </p:cNvPr>
          <p:cNvSpPr txBox="1"/>
          <p:nvPr/>
        </p:nvSpPr>
        <p:spPr>
          <a:xfrm>
            <a:off x="6999732" y="6386160"/>
            <a:ext cx="2340864" cy="369332"/>
          </a:xfrm>
          <a:prstGeom prst="rect">
            <a:avLst/>
          </a:prstGeom>
          <a:noFill/>
        </p:spPr>
        <p:txBody>
          <a:bodyPr wrap="square" rtlCol="0">
            <a:spAutoFit/>
          </a:bodyPr>
          <a:lstStyle/>
          <a:p>
            <a:pPr algn="ctr"/>
            <a:r>
              <a:rPr lang="en-US"/>
              <a:t>Image in HSV</a:t>
            </a:r>
          </a:p>
        </p:txBody>
      </p:sp>
    </p:spTree>
    <p:extLst>
      <p:ext uri="{BB962C8B-B14F-4D97-AF65-F5344CB8AC3E}">
        <p14:creationId xmlns:p14="http://schemas.microsoft.com/office/powerpoint/2010/main" val="21006165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5C79A-353B-3AFE-F922-1C50B6F1DD50}"/>
              </a:ext>
            </a:extLst>
          </p:cNvPr>
          <p:cNvSpPr>
            <a:spLocks noGrp="1"/>
          </p:cNvSpPr>
          <p:nvPr>
            <p:ph type="title"/>
          </p:nvPr>
        </p:nvSpPr>
        <p:spPr/>
        <p:txBody>
          <a:bodyPr/>
          <a:lstStyle/>
          <a:p>
            <a:r>
              <a:rPr lang="en-US"/>
              <a:t>Visualizing Image Preprocessing</a:t>
            </a:r>
          </a:p>
        </p:txBody>
      </p:sp>
      <p:pic>
        <p:nvPicPr>
          <p:cNvPr id="5" name="Picture 4" descr="A black background with white text&#10;&#10;Description automatically generated">
            <a:extLst>
              <a:ext uri="{FF2B5EF4-FFF2-40B4-BE49-F238E27FC236}">
                <a16:creationId xmlns:a16="http://schemas.microsoft.com/office/drawing/2014/main" id="{AA4DA38C-B024-5C62-F098-A95CE2E1A9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5" y="1875984"/>
            <a:ext cx="10680848" cy="3727824"/>
          </a:xfrm>
          <a:prstGeom prst="rect">
            <a:avLst/>
          </a:prstGeom>
        </p:spPr>
      </p:pic>
    </p:spTree>
    <p:extLst>
      <p:ext uri="{BB962C8B-B14F-4D97-AF65-F5344CB8AC3E}">
        <p14:creationId xmlns:p14="http://schemas.microsoft.com/office/powerpoint/2010/main" val="127379148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4848-E194-0160-E57C-838E351EB010}"/>
              </a:ext>
            </a:extLst>
          </p:cNvPr>
          <p:cNvSpPr>
            <a:spLocks noGrp="1"/>
          </p:cNvSpPr>
          <p:nvPr>
            <p:ph type="ctrTitle"/>
          </p:nvPr>
        </p:nvSpPr>
        <p:spPr>
          <a:xfrm>
            <a:off x="470451" y="5049077"/>
            <a:ext cx="7845553" cy="1076739"/>
          </a:xfrm>
        </p:spPr>
        <p:txBody>
          <a:bodyPr/>
          <a:lstStyle/>
          <a:p>
            <a:r>
              <a:rPr lang="en-US"/>
              <a:t>Multinomial Model</a:t>
            </a:r>
          </a:p>
        </p:txBody>
      </p:sp>
    </p:spTree>
    <p:extLst>
      <p:ext uri="{BB962C8B-B14F-4D97-AF65-F5344CB8AC3E}">
        <p14:creationId xmlns:p14="http://schemas.microsoft.com/office/powerpoint/2010/main" val="361440425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7B61-0637-D5D9-B364-8436037FBCA8}"/>
              </a:ext>
            </a:extLst>
          </p:cNvPr>
          <p:cNvSpPr>
            <a:spLocks noGrp="1"/>
          </p:cNvSpPr>
          <p:nvPr>
            <p:ph type="title"/>
          </p:nvPr>
        </p:nvSpPr>
        <p:spPr/>
        <p:txBody>
          <a:bodyPr/>
          <a:lstStyle/>
          <a:p>
            <a:r>
              <a:rPr lang="en-US"/>
              <a:t>Classification Matrix for Multinomial Model</a:t>
            </a:r>
          </a:p>
        </p:txBody>
      </p:sp>
      <p:sp>
        <p:nvSpPr>
          <p:cNvPr id="3" name="Content Placeholder 2">
            <a:extLst>
              <a:ext uri="{FF2B5EF4-FFF2-40B4-BE49-F238E27FC236}">
                <a16:creationId xmlns:a16="http://schemas.microsoft.com/office/drawing/2014/main" id="{65B98B80-EAA0-0F96-D785-FD008F0066E4}"/>
              </a:ext>
            </a:extLst>
          </p:cNvPr>
          <p:cNvSpPr>
            <a:spLocks noGrp="1"/>
          </p:cNvSpPr>
          <p:nvPr>
            <p:ph sz="quarter" idx="18"/>
          </p:nvPr>
        </p:nvSpPr>
        <p:spPr/>
        <p:txBody>
          <a:bodyPr/>
          <a:lstStyle/>
          <a:p>
            <a:pPr marL="457200" indent="-457200">
              <a:lnSpc>
                <a:spcPct val="110000"/>
              </a:lnSpc>
              <a:spcAft>
                <a:spcPts val="600"/>
              </a:spcAft>
              <a:buFont typeface="Courier New" panose="02070309020205020404" pitchFamily="49" charset="0"/>
              <a:buChar char="o"/>
            </a:pPr>
            <a:r>
              <a:rPr lang="en-US" sz="2400"/>
              <a:t>Tuning of 1/</a:t>
            </a:r>
            <a:r>
              <a:rPr lang="el-GR" sz="2400"/>
              <a:t>α</a:t>
            </a:r>
            <a:r>
              <a:rPr lang="en-US" sz="2400"/>
              <a:t> (L2)</a:t>
            </a:r>
          </a:p>
          <a:p>
            <a:pPr marL="457200" indent="-457200">
              <a:lnSpc>
                <a:spcPct val="110000"/>
              </a:lnSpc>
              <a:spcAft>
                <a:spcPts val="600"/>
              </a:spcAft>
              <a:buFont typeface="Courier New" panose="02070309020205020404" pitchFamily="49" charset="0"/>
              <a:buChar char="o"/>
            </a:pPr>
            <a:r>
              <a:rPr lang="en-US" sz="2400"/>
              <a:t>Achieved an accuracy of 70.1%</a:t>
            </a:r>
          </a:p>
          <a:p>
            <a:pPr marL="457200" indent="-457200">
              <a:lnSpc>
                <a:spcPct val="110000"/>
              </a:lnSpc>
              <a:spcAft>
                <a:spcPts val="600"/>
              </a:spcAft>
              <a:buFont typeface="Courier New" panose="02070309020205020404" pitchFamily="49" charset="0"/>
              <a:buChar char="o"/>
            </a:pPr>
            <a:r>
              <a:rPr lang="en-US" sz="2400"/>
              <a:t>Myeloblast recall of 0.96, which is critical for ALL and AML detection</a:t>
            </a:r>
          </a:p>
          <a:p>
            <a:endParaRPr lang="en-US"/>
          </a:p>
        </p:txBody>
      </p:sp>
      <p:pic>
        <p:nvPicPr>
          <p:cNvPr id="7" name="Picture 6" descr="A screenshot of a graph&#10;&#10;Description automatically generated">
            <a:extLst>
              <a:ext uri="{FF2B5EF4-FFF2-40B4-BE49-F238E27FC236}">
                <a16:creationId xmlns:a16="http://schemas.microsoft.com/office/drawing/2014/main" id="{06CD96A5-DE11-7F46-0451-9141C11951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29249" y="457200"/>
            <a:ext cx="7062751" cy="5943600"/>
          </a:xfrm>
          <a:prstGeom prst="rect">
            <a:avLst/>
          </a:prstGeom>
        </p:spPr>
      </p:pic>
    </p:spTree>
    <p:extLst>
      <p:ext uri="{BB962C8B-B14F-4D97-AF65-F5344CB8AC3E}">
        <p14:creationId xmlns:p14="http://schemas.microsoft.com/office/powerpoint/2010/main" val="307343143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CE03C-FF2C-D40E-D00F-A0023F77B07F}"/>
              </a:ext>
            </a:extLst>
          </p:cNvPr>
          <p:cNvSpPr>
            <a:spLocks noGrp="1"/>
          </p:cNvSpPr>
          <p:nvPr>
            <p:ph type="title"/>
          </p:nvPr>
        </p:nvSpPr>
        <p:spPr/>
        <p:txBody>
          <a:bodyPr/>
          <a:lstStyle/>
          <a:p>
            <a:r>
              <a:rPr lang="en-US"/>
              <a:t>Classification Report for Multinomial Model</a:t>
            </a:r>
          </a:p>
        </p:txBody>
      </p:sp>
      <p:pic>
        <p:nvPicPr>
          <p:cNvPr id="10" name="Picture 9" descr="A screenshot of a computer screen&#10;&#10;Description automatically generated">
            <a:extLst>
              <a:ext uri="{FF2B5EF4-FFF2-40B4-BE49-F238E27FC236}">
                <a16:creationId xmlns:a16="http://schemas.microsoft.com/office/drawing/2014/main" id="{4DA83373-D4F0-409E-76EB-46BBE8EAF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3940" y="2235307"/>
            <a:ext cx="7364119" cy="2904383"/>
          </a:xfrm>
          <a:prstGeom prst="rect">
            <a:avLst/>
          </a:prstGeom>
        </p:spPr>
      </p:pic>
    </p:spTree>
    <p:extLst>
      <p:ext uri="{BB962C8B-B14F-4D97-AF65-F5344CB8AC3E}">
        <p14:creationId xmlns:p14="http://schemas.microsoft.com/office/powerpoint/2010/main" val="289913363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7B61-0637-D5D9-B364-8436037FBCA8}"/>
              </a:ext>
            </a:extLst>
          </p:cNvPr>
          <p:cNvSpPr>
            <a:spLocks noGrp="1"/>
          </p:cNvSpPr>
          <p:nvPr>
            <p:ph type="title"/>
          </p:nvPr>
        </p:nvSpPr>
        <p:spPr/>
        <p:txBody>
          <a:bodyPr/>
          <a:lstStyle/>
          <a:p>
            <a:r>
              <a:rPr lang="en-US"/>
              <a:t>ROC Curve</a:t>
            </a:r>
            <a:br>
              <a:rPr lang="en-US"/>
            </a:br>
            <a:r>
              <a:rPr lang="en-US"/>
              <a:t>for Multinomial Model</a:t>
            </a:r>
          </a:p>
        </p:txBody>
      </p:sp>
      <p:sp>
        <p:nvSpPr>
          <p:cNvPr id="3" name="Content Placeholder 2">
            <a:extLst>
              <a:ext uri="{FF2B5EF4-FFF2-40B4-BE49-F238E27FC236}">
                <a16:creationId xmlns:a16="http://schemas.microsoft.com/office/drawing/2014/main" id="{65B98B80-EAA0-0F96-D785-FD008F0066E4}"/>
              </a:ext>
            </a:extLst>
          </p:cNvPr>
          <p:cNvSpPr>
            <a:spLocks noGrp="1"/>
          </p:cNvSpPr>
          <p:nvPr>
            <p:ph sz="quarter" idx="18"/>
          </p:nvPr>
        </p:nvSpPr>
        <p:spPr>
          <a:xfrm>
            <a:off x="457201" y="2621290"/>
            <a:ext cx="4077209" cy="3779510"/>
          </a:xfrm>
        </p:spPr>
        <p:txBody>
          <a:bodyPr>
            <a:normAutofit fontScale="92500"/>
          </a:bodyPr>
          <a:lstStyle/>
          <a:p>
            <a:pPr marL="457200" indent="-457200">
              <a:lnSpc>
                <a:spcPct val="160000"/>
              </a:lnSpc>
              <a:spcAft>
                <a:spcPts val="600"/>
              </a:spcAft>
              <a:buFont typeface="Courier New" panose="02070309020205020404" pitchFamily="49" charset="0"/>
              <a:buChar char="o"/>
            </a:pPr>
            <a:r>
              <a:rPr lang="en-US" sz="2600"/>
              <a:t>Overall AUC score of 0.86</a:t>
            </a:r>
          </a:p>
          <a:p>
            <a:pPr marL="914400" lvl="1" indent="-457200">
              <a:lnSpc>
                <a:spcPct val="160000"/>
              </a:lnSpc>
              <a:spcAft>
                <a:spcPts val="600"/>
              </a:spcAft>
              <a:buFont typeface="Courier New" panose="02070309020205020404" pitchFamily="49" charset="0"/>
              <a:buChar char="o"/>
            </a:pPr>
            <a:r>
              <a:rPr lang="en-US" sz="2200"/>
              <a:t>Basophil AUC score: 0.92</a:t>
            </a:r>
          </a:p>
          <a:p>
            <a:pPr marL="914400" lvl="1" indent="-457200">
              <a:lnSpc>
                <a:spcPct val="160000"/>
              </a:lnSpc>
              <a:spcAft>
                <a:spcPts val="600"/>
              </a:spcAft>
              <a:buFont typeface="Courier New" panose="02070309020205020404" pitchFamily="49" charset="0"/>
              <a:buChar char="o"/>
            </a:pPr>
            <a:r>
              <a:rPr lang="en-US" sz="2200"/>
              <a:t>Monocyte AUC score: 0.90</a:t>
            </a:r>
          </a:p>
          <a:p>
            <a:pPr marL="914400" lvl="1" indent="-457200">
              <a:lnSpc>
                <a:spcPct val="160000"/>
              </a:lnSpc>
              <a:spcAft>
                <a:spcPts val="600"/>
              </a:spcAft>
              <a:buFont typeface="Courier New" panose="02070309020205020404" pitchFamily="49" charset="0"/>
              <a:buChar char="o"/>
            </a:pPr>
            <a:r>
              <a:rPr lang="en-US" sz="2200"/>
              <a:t>Myeloblast AUC score: 0.92</a:t>
            </a:r>
          </a:p>
          <a:p>
            <a:pPr marL="914400" lvl="1" indent="-457200">
              <a:lnSpc>
                <a:spcPct val="160000"/>
              </a:lnSpc>
              <a:spcAft>
                <a:spcPts val="600"/>
              </a:spcAft>
              <a:buFont typeface="Courier New" panose="02070309020205020404" pitchFamily="49" charset="0"/>
              <a:buChar char="o"/>
            </a:pPr>
            <a:r>
              <a:rPr lang="en-US" sz="2200"/>
              <a:t>Neutrophil AUC score: 0.89</a:t>
            </a:r>
          </a:p>
          <a:p>
            <a:endParaRPr lang="en-US"/>
          </a:p>
        </p:txBody>
      </p:sp>
      <p:pic>
        <p:nvPicPr>
          <p:cNvPr id="7" name="Picture 6" descr="A graph of a curve&#10;&#10;Description automatically generated">
            <a:extLst>
              <a:ext uri="{FF2B5EF4-FFF2-40B4-BE49-F238E27FC236}">
                <a16:creationId xmlns:a16="http://schemas.microsoft.com/office/drawing/2014/main" id="{AE2A64C4-83C1-B3FD-FE65-164147A7FC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57200"/>
            <a:ext cx="6096000" cy="5943600"/>
          </a:xfrm>
          <a:prstGeom prst="rect">
            <a:avLst/>
          </a:prstGeom>
        </p:spPr>
      </p:pic>
    </p:spTree>
    <p:extLst>
      <p:ext uri="{BB962C8B-B14F-4D97-AF65-F5344CB8AC3E}">
        <p14:creationId xmlns:p14="http://schemas.microsoft.com/office/powerpoint/2010/main" val="326012886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4848-E194-0160-E57C-838E351EB010}"/>
              </a:ext>
            </a:extLst>
          </p:cNvPr>
          <p:cNvSpPr>
            <a:spLocks noGrp="1"/>
          </p:cNvSpPr>
          <p:nvPr>
            <p:ph type="ctrTitle"/>
          </p:nvPr>
        </p:nvSpPr>
        <p:spPr>
          <a:xfrm>
            <a:off x="470451" y="5049077"/>
            <a:ext cx="7845553" cy="1076739"/>
          </a:xfrm>
        </p:spPr>
        <p:txBody>
          <a:bodyPr>
            <a:normAutofit fontScale="90000"/>
          </a:bodyPr>
          <a:lstStyle/>
          <a:p>
            <a:r>
              <a:rPr lang="en-US"/>
              <a:t>Convolutional Neural Network (CNN) Model</a:t>
            </a:r>
          </a:p>
        </p:txBody>
      </p:sp>
    </p:spTree>
    <p:extLst>
      <p:ext uri="{BB962C8B-B14F-4D97-AF65-F5344CB8AC3E}">
        <p14:creationId xmlns:p14="http://schemas.microsoft.com/office/powerpoint/2010/main" val="354706402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7B61-0637-D5D9-B364-8436037FBCA8}"/>
              </a:ext>
            </a:extLst>
          </p:cNvPr>
          <p:cNvSpPr>
            <a:spLocks noGrp="1"/>
          </p:cNvSpPr>
          <p:nvPr>
            <p:ph type="title"/>
          </p:nvPr>
        </p:nvSpPr>
        <p:spPr/>
        <p:txBody>
          <a:bodyPr/>
          <a:lstStyle/>
          <a:p>
            <a:r>
              <a:rPr lang="en-US"/>
              <a:t>Classification Matrix for CNN Model</a:t>
            </a:r>
          </a:p>
        </p:txBody>
      </p:sp>
      <p:sp>
        <p:nvSpPr>
          <p:cNvPr id="3" name="Content Placeholder 2">
            <a:extLst>
              <a:ext uri="{FF2B5EF4-FFF2-40B4-BE49-F238E27FC236}">
                <a16:creationId xmlns:a16="http://schemas.microsoft.com/office/drawing/2014/main" id="{65B98B80-EAA0-0F96-D785-FD008F0066E4}"/>
              </a:ext>
            </a:extLst>
          </p:cNvPr>
          <p:cNvSpPr>
            <a:spLocks noGrp="1"/>
          </p:cNvSpPr>
          <p:nvPr>
            <p:ph sz="quarter" idx="18"/>
          </p:nvPr>
        </p:nvSpPr>
        <p:spPr>
          <a:xfrm>
            <a:off x="457200" y="2425347"/>
            <a:ext cx="3813714" cy="4236710"/>
          </a:xfrm>
        </p:spPr>
        <p:txBody>
          <a:bodyPr vert="horz" lIns="91440" tIns="45720" rIns="91440" bIns="45720" rtlCol="0" anchor="t">
            <a:normAutofit/>
          </a:bodyPr>
          <a:lstStyle/>
          <a:p>
            <a:pPr marL="285750" indent="-285750">
              <a:lnSpc>
                <a:spcPct val="120000"/>
              </a:lnSpc>
              <a:spcBef>
                <a:spcPts val="1000"/>
              </a:spcBef>
              <a:spcAft>
                <a:spcPts val="600"/>
              </a:spcAft>
              <a:buFont typeface="Courier New" panose="02070309020205020404" pitchFamily="49" charset="0"/>
              <a:buChar char="o"/>
            </a:pPr>
            <a:r>
              <a:rPr lang="en-US" sz="2400"/>
              <a:t>Hyperparameter tuning with 10 epochs to optimize layer sizes, dropout rate, and activation functions</a:t>
            </a:r>
          </a:p>
          <a:p>
            <a:pPr marL="285750" indent="-285750">
              <a:spcAft>
                <a:spcPts val="600"/>
              </a:spcAft>
              <a:buFont typeface="Courier New" panose="02070309020205020404" pitchFamily="49" charset="0"/>
              <a:buChar char="o"/>
            </a:pPr>
            <a:r>
              <a:rPr lang="en-US" sz="2400"/>
              <a:t>Training over 10 epochs</a:t>
            </a:r>
          </a:p>
          <a:p>
            <a:pPr marL="285750" indent="-285750">
              <a:lnSpc>
                <a:spcPct val="120000"/>
              </a:lnSpc>
              <a:spcBef>
                <a:spcPts val="1000"/>
              </a:spcBef>
              <a:spcAft>
                <a:spcPts val="600"/>
              </a:spcAft>
              <a:buFont typeface="Courier New" panose="02070309020205020404" pitchFamily="49" charset="0"/>
              <a:buChar char="o"/>
            </a:pPr>
            <a:r>
              <a:rPr lang="en-US" sz="2400"/>
              <a:t>Achieved an accuracy of 79%, up from 70.1%</a:t>
            </a:r>
            <a:endParaRPr lang="en-US"/>
          </a:p>
        </p:txBody>
      </p:sp>
      <p:pic>
        <p:nvPicPr>
          <p:cNvPr id="7" name="Picture 6" descr="A screenshot of a graph&#10;&#10;Description automatically generated">
            <a:extLst>
              <a:ext uri="{FF2B5EF4-FFF2-40B4-BE49-F238E27FC236}">
                <a16:creationId xmlns:a16="http://schemas.microsoft.com/office/drawing/2014/main" id="{1D2567E2-10DB-1AEA-8153-6BF3572A53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58051" y="466997"/>
            <a:ext cx="6933949" cy="5924005"/>
          </a:xfrm>
          <a:prstGeom prst="rect">
            <a:avLst/>
          </a:prstGeom>
        </p:spPr>
      </p:pic>
    </p:spTree>
    <p:extLst>
      <p:ext uri="{BB962C8B-B14F-4D97-AF65-F5344CB8AC3E}">
        <p14:creationId xmlns:p14="http://schemas.microsoft.com/office/powerpoint/2010/main" val="396112007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CE03C-FF2C-D40E-D00F-A0023F77B07F}"/>
              </a:ext>
            </a:extLst>
          </p:cNvPr>
          <p:cNvSpPr>
            <a:spLocks noGrp="1"/>
          </p:cNvSpPr>
          <p:nvPr>
            <p:ph type="title"/>
          </p:nvPr>
        </p:nvSpPr>
        <p:spPr/>
        <p:txBody>
          <a:bodyPr/>
          <a:lstStyle/>
          <a:p>
            <a:r>
              <a:rPr lang="en-US"/>
              <a:t>Classification Report for CNN Model</a:t>
            </a:r>
          </a:p>
        </p:txBody>
      </p:sp>
      <p:pic>
        <p:nvPicPr>
          <p:cNvPr id="7" name="Picture 6" descr="A screenshot of a computer screen&#10;&#10;Description automatically generated">
            <a:extLst>
              <a:ext uri="{FF2B5EF4-FFF2-40B4-BE49-F238E27FC236}">
                <a16:creationId xmlns:a16="http://schemas.microsoft.com/office/drawing/2014/main" id="{60D147B7-0D08-F2F0-5ABA-A2CB1111BB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5373" y="2258059"/>
            <a:ext cx="7601252" cy="2731951"/>
          </a:xfrm>
          <a:prstGeom prst="rect">
            <a:avLst/>
          </a:prstGeom>
        </p:spPr>
      </p:pic>
    </p:spTree>
    <p:extLst>
      <p:ext uri="{BB962C8B-B14F-4D97-AF65-F5344CB8AC3E}">
        <p14:creationId xmlns:p14="http://schemas.microsoft.com/office/powerpoint/2010/main" val="28622440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7B61-0637-D5D9-B364-8436037FBCA8}"/>
              </a:ext>
            </a:extLst>
          </p:cNvPr>
          <p:cNvSpPr>
            <a:spLocks noGrp="1"/>
          </p:cNvSpPr>
          <p:nvPr>
            <p:ph type="title"/>
          </p:nvPr>
        </p:nvSpPr>
        <p:spPr>
          <a:xfrm>
            <a:off x="457201" y="56147"/>
            <a:ext cx="3813714" cy="1710064"/>
          </a:xfrm>
        </p:spPr>
        <p:txBody>
          <a:bodyPr/>
          <a:lstStyle/>
          <a:p>
            <a:r>
              <a:rPr lang="en-US"/>
              <a:t>ROC Curve</a:t>
            </a:r>
            <a:br>
              <a:rPr lang="en-US"/>
            </a:br>
            <a:r>
              <a:rPr lang="en-US"/>
              <a:t>for CNN Model</a:t>
            </a:r>
          </a:p>
        </p:txBody>
      </p:sp>
      <p:sp>
        <p:nvSpPr>
          <p:cNvPr id="3" name="Content Placeholder 2">
            <a:extLst>
              <a:ext uri="{FF2B5EF4-FFF2-40B4-BE49-F238E27FC236}">
                <a16:creationId xmlns:a16="http://schemas.microsoft.com/office/drawing/2014/main" id="{65B98B80-EAA0-0F96-D785-FD008F0066E4}"/>
              </a:ext>
            </a:extLst>
          </p:cNvPr>
          <p:cNvSpPr>
            <a:spLocks noGrp="1"/>
          </p:cNvSpPr>
          <p:nvPr>
            <p:ph sz="quarter" idx="18"/>
          </p:nvPr>
        </p:nvSpPr>
        <p:spPr>
          <a:xfrm>
            <a:off x="457201" y="2220238"/>
            <a:ext cx="3813714" cy="3779510"/>
          </a:xfrm>
        </p:spPr>
        <p:txBody>
          <a:bodyPr>
            <a:normAutofit/>
          </a:bodyPr>
          <a:lstStyle/>
          <a:p>
            <a:pPr marL="285750" indent="-285750">
              <a:lnSpc>
                <a:spcPct val="150000"/>
              </a:lnSpc>
              <a:buFont typeface="Courier New" panose="02070309020205020404" pitchFamily="49" charset="0"/>
              <a:buChar char="o"/>
            </a:pPr>
            <a:r>
              <a:rPr lang="en-US" sz="2400"/>
              <a:t>Overall AUC score: 0.93</a:t>
            </a:r>
          </a:p>
          <a:p>
            <a:pPr marL="514350" lvl="1" indent="-285750">
              <a:lnSpc>
                <a:spcPct val="150000"/>
              </a:lnSpc>
              <a:buFont typeface="Courier New" panose="02070309020205020404" pitchFamily="49" charset="0"/>
              <a:buChar char="o"/>
            </a:pPr>
            <a:r>
              <a:rPr lang="en-US" sz="2000"/>
              <a:t>Basophil AUC score: 0.95</a:t>
            </a:r>
          </a:p>
          <a:p>
            <a:pPr marL="514350" lvl="1" indent="-285750">
              <a:lnSpc>
                <a:spcPct val="150000"/>
              </a:lnSpc>
              <a:buFont typeface="Courier New" panose="02070309020205020404" pitchFamily="49" charset="0"/>
              <a:buChar char="o"/>
            </a:pPr>
            <a:r>
              <a:rPr lang="en-US" sz="2000"/>
              <a:t>Monocyte AUC score: 0.91 </a:t>
            </a:r>
          </a:p>
          <a:p>
            <a:pPr marL="514350" lvl="1" indent="-285750">
              <a:lnSpc>
                <a:spcPct val="150000"/>
              </a:lnSpc>
              <a:buFont typeface="Courier New" panose="02070309020205020404" pitchFamily="49" charset="0"/>
              <a:buChar char="o"/>
            </a:pPr>
            <a:r>
              <a:rPr lang="en-US" sz="2000"/>
              <a:t>Myeloblast AUC score: 0.92</a:t>
            </a:r>
          </a:p>
          <a:p>
            <a:pPr marL="514350" lvl="1" indent="-285750">
              <a:lnSpc>
                <a:spcPct val="150000"/>
              </a:lnSpc>
              <a:buFont typeface="Courier New" panose="02070309020205020404" pitchFamily="49" charset="0"/>
              <a:buChar char="o"/>
            </a:pPr>
            <a:r>
              <a:rPr lang="en-US" sz="2000"/>
              <a:t>Neutrophil AUC score: 0.93</a:t>
            </a:r>
          </a:p>
          <a:p>
            <a:endParaRPr lang="en-US"/>
          </a:p>
        </p:txBody>
      </p:sp>
      <p:pic>
        <p:nvPicPr>
          <p:cNvPr id="7" name="Picture 6">
            <a:extLst>
              <a:ext uri="{FF2B5EF4-FFF2-40B4-BE49-F238E27FC236}">
                <a16:creationId xmlns:a16="http://schemas.microsoft.com/office/drawing/2014/main" id="{CE395517-1730-F7D0-7569-5EC1517223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63008"/>
            <a:ext cx="6096000" cy="5931984"/>
          </a:xfrm>
          <a:prstGeom prst="rect">
            <a:avLst/>
          </a:prstGeom>
        </p:spPr>
      </p:pic>
    </p:spTree>
    <p:extLst>
      <p:ext uri="{BB962C8B-B14F-4D97-AF65-F5344CB8AC3E}">
        <p14:creationId xmlns:p14="http://schemas.microsoft.com/office/powerpoint/2010/main" val="397474959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4848-E194-0160-E57C-838E351EB010}"/>
              </a:ext>
            </a:extLst>
          </p:cNvPr>
          <p:cNvSpPr>
            <a:spLocks noGrp="1"/>
          </p:cNvSpPr>
          <p:nvPr>
            <p:ph type="ctrTitle"/>
          </p:nvPr>
        </p:nvSpPr>
        <p:spPr>
          <a:xfrm>
            <a:off x="470451" y="5049077"/>
            <a:ext cx="7845553" cy="1076739"/>
          </a:xfrm>
        </p:spPr>
        <p:txBody>
          <a:bodyPr>
            <a:normAutofit/>
          </a:bodyPr>
          <a:lstStyle/>
          <a:p>
            <a:r>
              <a:rPr lang="en-US"/>
              <a:t>Web Application</a:t>
            </a:r>
          </a:p>
        </p:txBody>
      </p:sp>
    </p:spTree>
    <p:extLst>
      <p:ext uri="{BB962C8B-B14F-4D97-AF65-F5344CB8AC3E}">
        <p14:creationId xmlns:p14="http://schemas.microsoft.com/office/powerpoint/2010/main" val="226230502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0EA4FC-68FA-BD17-AC7F-52EA51F8F317}"/>
              </a:ext>
            </a:extLst>
          </p:cNvPr>
          <p:cNvSpPr>
            <a:spLocks noGrp="1"/>
          </p:cNvSpPr>
          <p:nvPr>
            <p:ph type="ctrTitle"/>
          </p:nvPr>
        </p:nvSpPr>
        <p:spPr>
          <a:xfrm>
            <a:off x="457200" y="5257800"/>
            <a:ext cx="11277600" cy="685800"/>
          </a:xfrm>
        </p:spPr>
        <p:txBody>
          <a:bodyPr anchor="t">
            <a:normAutofit/>
          </a:bodyPr>
          <a:lstStyle/>
          <a:p>
            <a:r>
              <a:rPr lang="en-US" sz="4200"/>
              <a:t>Classifier</a:t>
            </a:r>
          </a:p>
        </p:txBody>
      </p:sp>
      <p:sp>
        <p:nvSpPr>
          <p:cNvPr id="1031" name="Subtitle 2">
            <a:extLst>
              <a:ext uri="{FF2B5EF4-FFF2-40B4-BE49-F238E27FC236}">
                <a16:creationId xmlns:a16="http://schemas.microsoft.com/office/drawing/2014/main" id="{8B8E198C-FB71-F47F-09A1-02CFD3D5AE54}"/>
              </a:ext>
            </a:extLst>
          </p:cNvPr>
          <p:cNvSpPr>
            <a:spLocks noGrp="1"/>
          </p:cNvSpPr>
          <p:nvPr>
            <p:ph type="subTitle" idx="1"/>
          </p:nvPr>
        </p:nvSpPr>
        <p:spPr>
          <a:xfrm>
            <a:off x="457201" y="6019799"/>
            <a:ext cx="11277598" cy="381000"/>
          </a:xfrm>
        </p:spPr>
        <p:txBody>
          <a:bodyPr anchor="b">
            <a:normAutofit/>
          </a:bodyPr>
          <a:lstStyle/>
          <a:p>
            <a:pPr>
              <a:lnSpc>
                <a:spcPct val="90000"/>
              </a:lnSpc>
            </a:pPr>
            <a:r>
              <a:rPr lang="en-US" dirty="0"/>
              <a:t>Submit a white blood cell smear and use either model to predict whether the cell is healthy, or not.</a:t>
            </a:r>
          </a:p>
        </p:txBody>
      </p:sp>
      <p:pic>
        <p:nvPicPr>
          <p:cNvPr id="1026" name="Picture 2">
            <a:extLst>
              <a:ext uri="{FF2B5EF4-FFF2-40B4-BE49-F238E27FC236}">
                <a16:creationId xmlns:a16="http://schemas.microsoft.com/office/drawing/2014/main" id="{099A6ABD-03DB-C1FD-4F65-F45412BAE5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751" r="18310"/>
          <a:stretch>
            <a:fillRect/>
          </a:stretch>
        </p:blipFill>
        <p:spPr bwMode="auto">
          <a:xfrm>
            <a:off x="3252775" y="457199"/>
            <a:ext cx="5683401" cy="4572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747958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itle 1">
            <a:extLst>
              <a:ext uri="{FF2B5EF4-FFF2-40B4-BE49-F238E27FC236}">
                <a16:creationId xmlns:a16="http://schemas.microsoft.com/office/drawing/2014/main" id="{F4BB35B3-CE73-4399-F7F4-76123E392DEA}"/>
              </a:ext>
            </a:extLst>
          </p:cNvPr>
          <p:cNvSpPr>
            <a:spLocks noGrp="1"/>
          </p:cNvSpPr>
          <p:nvPr>
            <p:ph type="ctrTitle"/>
          </p:nvPr>
        </p:nvSpPr>
        <p:spPr>
          <a:xfrm>
            <a:off x="457200" y="5257800"/>
            <a:ext cx="11277600" cy="685800"/>
          </a:xfrm>
        </p:spPr>
        <p:txBody>
          <a:bodyPr>
            <a:normAutofit fontScale="90000"/>
          </a:bodyPr>
          <a:lstStyle/>
          <a:p>
            <a:r>
              <a:rPr lang="en-US" dirty="0"/>
              <a:t>About the Project</a:t>
            </a:r>
          </a:p>
        </p:txBody>
      </p:sp>
      <p:sp>
        <p:nvSpPr>
          <p:cNvPr id="2057" name="Subtitle 2">
            <a:extLst>
              <a:ext uri="{FF2B5EF4-FFF2-40B4-BE49-F238E27FC236}">
                <a16:creationId xmlns:a16="http://schemas.microsoft.com/office/drawing/2014/main" id="{7EDB66F0-EEA2-4345-B43B-973CA4A03EB1}"/>
              </a:ext>
            </a:extLst>
          </p:cNvPr>
          <p:cNvSpPr>
            <a:spLocks noGrp="1"/>
          </p:cNvSpPr>
          <p:nvPr>
            <p:ph type="subTitle" idx="1"/>
          </p:nvPr>
        </p:nvSpPr>
        <p:spPr>
          <a:xfrm>
            <a:off x="457201" y="6019799"/>
            <a:ext cx="11277598" cy="381000"/>
          </a:xfrm>
        </p:spPr>
        <p:txBody>
          <a:bodyPr>
            <a:normAutofit lnSpcReduction="10000"/>
          </a:bodyPr>
          <a:lstStyle/>
          <a:p>
            <a:r>
              <a:rPr lang="en-US" dirty="0"/>
              <a:t>Information about the project and approximate model results</a:t>
            </a:r>
          </a:p>
        </p:txBody>
      </p:sp>
      <p:pic>
        <p:nvPicPr>
          <p:cNvPr id="2050" name="Picture 2">
            <a:extLst>
              <a:ext uri="{FF2B5EF4-FFF2-40B4-BE49-F238E27FC236}">
                <a16:creationId xmlns:a16="http://schemas.microsoft.com/office/drawing/2014/main" id="{44127096-08F0-0AC2-9402-6D1FB55B9A4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957398" y="457199"/>
            <a:ext cx="10274155" cy="4572001"/>
          </a:xfrm>
          <a:prstGeom prst="rect">
            <a:avLst/>
          </a:prstGeom>
          <a:solidFill>
            <a:srgbClr val="FFFFFF"/>
          </a:solidFill>
        </p:spPr>
      </p:pic>
    </p:spTree>
    <p:extLst>
      <p:ext uri="{BB962C8B-B14F-4D97-AF65-F5344CB8AC3E}">
        <p14:creationId xmlns:p14="http://schemas.microsoft.com/office/powerpoint/2010/main" val="113143879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4848-E194-0160-E57C-838E351EB010}"/>
              </a:ext>
            </a:extLst>
          </p:cNvPr>
          <p:cNvSpPr>
            <a:spLocks noGrp="1"/>
          </p:cNvSpPr>
          <p:nvPr>
            <p:ph type="ctrTitle"/>
          </p:nvPr>
        </p:nvSpPr>
        <p:spPr>
          <a:xfrm>
            <a:off x="470451" y="5049077"/>
            <a:ext cx="7845553" cy="1076739"/>
          </a:xfrm>
        </p:spPr>
        <p:txBody>
          <a:bodyPr>
            <a:normAutofit fontScale="90000"/>
          </a:bodyPr>
          <a:lstStyle/>
          <a:p>
            <a:r>
              <a:rPr lang="en-US"/>
              <a:t>Industry Use and Impact</a:t>
            </a:r>
          </a:p>
        </p:txBody>
      </p:sp>
    </p:spTree>
    <p:extLst>
      <p:ext uri="{BB962C8B-B14F-4D97-AF65-F5344CB8AC3E}">
        <p14:creationId xmlns:p14="http://schemas.microsoft.com/office/powerpoint/2010/main" val="3480296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9B5DF-71C4-C35E-700C-23F1E8BA9DC7}"/>
              </a:ext>
            </a:extLst>
          </p:cNvPr>
          <p:cNvSpPr>
            <a:spLocks noGrp="1"/>
          </p:cNvSpPr>
          <p:nvPr>
            <p:ph type="title"/>
          </p:nvPr>
        </p:nvSpPr>
        <p:spPr/>
        <p:txBody>
          <a:bodyPr/>
          <a:lstStyle/>
          <a:p>
            <a:r>
              <a:rPr lang="en-US"/>
              <a:t>Potential Model Applications</a:t>
            </a:r>
          </a:p>
        </p:txBody>
      </p:sp>
      <p:sp>
        <p:nvSpPr>
          <p:cNvPr id="3" name="Content Placeholder 2">
            <a:extLst>
              <a:ext uri="{FF2B5EF4-FFF2-40B4-BE49-F238E27FC236}">
                <a16:creationId xmlns:a16="http://schemas.microsoft.com/office/drawing/2014/main" id="{9C52FFFF-B21F-9B2D-272C-F25F193D1083}"/>
              </a:ext>
            </a:extLst>
          </p:cNvPr>
          <p:cNvSpPr>
            <a:spLocks noGrp="1"/>
          </p:cNvSpPr>
          <p:nvPr>
            <p:ph idx="1"/>
          </p:nvPr>
        </p:nvSpPr>
        <p:spPr>
          <a:xfrm>
            <a:off x="457200" y="1159464"/>
            <a:ext cx="11277599" cy="4539072"/>
          </a:xfrm>
        </p:spPr>
        <p:txBody>
          <a:bodyPr/>
          <a:lstStyle/>
          <a:p>
            <a:pPr marL="342900" indent="-342900">
              <a:buFont typeface="Courier New" panose="02070309020205020404" pitchFamily="49" charset="0"/>
              <a:buChar char="o"/>
            </a:pPr>
            <a:r>
              <a:rPr lang="en-US" sz="2400">
                <a:ea typeface="+mn-lt"/>
                <a:cs typeface="+mn-lt"/>
              </a:rPr>
              <a:t>The CNN model may be utilized by oncologists to diagnose ALL and AML at an earlier stage, thereby enabling timely treatment and potentially enhancing survival rates among patients. </a:t>
            </a:r>
          </a:p>
          <a:p>
            <a:pPr marL="342900" indent="-342900">
              <a:buFont typeface="Courier New" panose="02070309020205020404" pitchFamily="49" charset="0"/>
              <a:buChar char="o"/>
            </a:pPr>
            <a:r>
              <a:rPr lang="en-US" sz="2400">
                <a:ea typeface="+mn-lt"/>
                <a:cs typeface="+mn-lt"/>
              </a:rPr>
              <a:t>Additionally, oncologists may employ multinomial regression as a validation tool to identify or mitigate false negatives if deemed necessary.</a:t>
            </a:r>
          </a:p>
          <a:p>
            <a:endParaRPr lang="en-US"/>
          </a:p>
        </p:txBody>
      </p:sp>
    </p:spTree>
    <p:extLst>
      <p:ext uri="{BB962C8B-B14F-4D97-AF65-F5344CB8AC3E}">
        <p14:creationId xmlns:p14="http://schemas.microsoft.com/office/powerpoint/2010/main" val="406402182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9B5DF-71C4-C35E-700C-23F1E8BA9DC7}"/>
              </a:ext>
            </a:extLst>
          </p:cNvPr>
          <p:cNvSpPr>
            <a:spLocks noGrp="1"/>
          </p:cNvSpPr>
          <p:nvPr>
            <p:ph type="title"/>
          </p:nvPr>
        </p:nvSpPr>
        <p:spPr/>
        <p:txBody>
          <a:bodyPr/>
          <a:lstStyle/>
          <a:p>
            <a:r>
              <a:rPr lang="en-US"/>
              <a:t>Model Limitations </a:t>
            </a:r>
          </a:p>
        </p:txBody>
      </p:sp>
      <p:sp>
        <p:nvSpPr>
          <p:cNvPr id="3" name="Content Placeholder 2">
            <a:extLst>
              <a:ext uri="{FF2B5EF4-FFF2-40B4-BE49-F238E27FC236}">
                <a16:creationId xmlns:a16="http://schemas.microsoft.com/office/drawing/2014/main" id="{9C52FFFF-B21F-9B2D-272C-F25F193D1083}"/>
              </a:ext>
            </a:extLst>
          </p:cNvPr>
          <p:cNvSpPr>
            <a:spLocks noGrp="1"/>
          </p:cNvSpPr>
          <p:nvPr>
            <p:ph idx="1"/>
          </p:nvPr>
        </p:nvSpPr>
        <p:spPr>
          <a:xfrm>
            <a:off x="457200" y="1159464"/>
            <a:ext cx="11277599" cy="4539072"/>
          </a:xfrm>
        </p:spPr>
        <p:txBody>
          <a:bodyPr vert="horz" lIns="91440" tIns="45720" rIns="91440" bIns="45720" rtlCol="0" anchor="t">
            <a:normAutofit/>
          </a:bodyPr>
          <a:lstStyle/>
          <a:p>
            <a:pPr marL="342900" indent="-342900">
              <a:buFont typeface="Courier New" panose="02070309020205020404" pitchFamily="49" charset="0"/>
              <a:buChar char="o"/>
            </a:pPr>
            <a:r>
              <a:rPr lang="en-US" sz="2400">
                <a:ea typeface="+mn-lt"/>
                <a:cs typeface="+mn-lt"/>
              </a:rPr>
              <a:t>Both models are trained using blood smears imaged at standardized conditions; alterations to the staining and microscope procedure could alter the appearance of cells under the microscope.</a:t>
            </a:r>
          </a:p>
          <a:p>
            <a:pPr marL="342900" indent="-342900">
              <a:buFont typeface="Courier New" panose="02070309020205020404" pitchFamily="49" charset="0"/>
              <a:buChar char="o"/>
            </a:pPr>
            <a:r>
              <a:rPr lang="en-US" sz="2400" dirty="0">
                <a:ea typeface="+mn-lt"/>
                <a:cs typeface="+mn-lt"/>
              </a:rPr>
              <a:t>Although high recall means that truly cancerous cells are identified at a high rate, the precision for both models would need to be increased in order to minimize false positives.</a:t>
            </a:r>
          </a:p>
          <a:p>
            <a:pPr marL="342900" indent="-342900">
              <a:buFont typeface="Courier New" panose="02070309020205020404" pitchFamily="49" charset="0"/>
              <a:buChar char="o"/>
            </a:pPr>
            <a:r>
              <a:rPr lang="en-US" sz="2400">
                <a:ea typeface="+mn-lt"/>
                <a:cs typeface="+mn-lt"/>
              </a:rPr>
              <a:t>Future models can be designed to differentiate between myeloblasts and lymphoblasts. </a:t>
            </a:r>
          </a:p>
          <a:p>
            <a:pPr marL="571500" lvl="1" indent="-342900">
              <a:buFont typeface="Courier New" panose="02070309020205020404" pitchFamily="49" charset="0"/>
              <a:buChar char="o"/>
            </a:pPr>
            <a:r>
              <a:rPr lang="en-US" sz="2000">
                <a:ea typeface="+mn-lt"/>
                <a:cs typeface="+mn-lt"/>
              </a:rPr>
              <a:t>Increased number of epochs for hyperparameter tuning and training can improve accuracy</a:t>
            </a:r>
          </a:p>
          <a:p>
            <a:endParaRPr lang="en-US"/>
          </a:p>
        </p:txBody>
      </p:sp>
    </p:spTree>
    <p:extLst>
      <p:ext uri="{BB962C8B-B14F-4D97-AF65-F5344CB8AC3E}">
        <p14:creationId xmlns:p14="http://schemas.microsoft.com/office/powerpoint/2010/main" val="248769752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ACCCA-7A23-6FB3-F0D5-98C6D9D8EAF0}"/>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6B9E748D-A931-742D-6B85-1BF90F6B93E7}"/>
              </a:ext>
            </a:extLst>
          </p:cNvPr>
          <p:cNvSpPr>
            <a:spLocks noGrp="1"/>
          </p:cNvSpPr>
          <p:nvPr>
            <p:ph idx="1"/>
          </p:nvPr>
        </p:nvSpPr>
        <p:spPr>
          <a:xfrm>
            <a:off x="457200" y="1159464"/>
            <a:ext cx="11277599" cy="4539072"/>
          </a:xfrm>
        </p:spPr>
        <p:txBody>
          <a:bodyPr/>
          <a:lstStyle/>
          <a:p>
            <a:pPr indent="-457200"/>
            <a:r>
              <a:rPr lang="en-US" sz="2000" dirty="0">
                <a:effectLst/>
                <a:ea typeface="DengXian" panose="02010600030101010101" pitchFamily="2" charset="-122"/>
                <a:cs typeface="Times New Roman" panose="02020603050405020304" pitchFamily="18" charset="0"/>
              </a:rPr>
              <a:t>Puckett, Y., Chan, O. (2023). Acute lymphocytic leukemia. </a:t>
            </a:r>
            <a:r>
              <a:rPr lang="en-US" sz="2000" i="1" dirty="0" err="1">
                <a:effectLst/>
                <a:ea typeface="DengXian" panose="02010600030101010101" pitchFamily="2" charset="-122"/>
                <a:cs typeface="Times New Roman" panose="02020603050405020304" pitchFamily="18" charset="0"/>
              </a:rPr>
              <a:t>StatsPearls</a:t>
            </a:r>
            <a:r>
              <a:rPr lang="en-US" sz="2000" dirty="0">
                <a:effectLst/>
                <a:ea typeface="DengXian" panose="02010600030101010101" pitchFamily="2" charset="-122"/>
                <a:cs typeface="Times New Roman" panose="02020603050405020304" pitchFamily="18" charset="0"/>
              </a:rPr>
              <a:t>. 	https://</a:t>
            </a:r>
            <a:r>
              <a:rPr lang="en-US" sz="2000" dirty="0" err="1">
                <a:effectLst/>
                <a:ea typeface="DengXian" panose="02010600030101010101" pitchFamily="2" charset="-122"/>
                <a:cs typeface="Times New Roman" panose="02020603050405020304" pitchFamily="18" charset="0"/>
              </a:rPr>
              <a:t>europepmc.org</a:t>
            </a:r>
            <a:r>
              <a:rPr lang="en-US" sz="2000" dirty="0">
                <a:effectLst/>
                <a:ea typeface="DengXian" panose="02010600030101010101" pitchFamily="2" charset="-122"/>
                <a:cs typeface="Times New Roman" panose="02020603050405020304" pitchFamily="18" charset="0"/>
              </a:rPr>
              <a:t>/article/</a:t>
            </a:r>
            <a:r>
              <a:rPr lang="en-US" sz="2000" dirty="0" err="1">
                <a:effectLst/>
                <a:ea typeface="DengXian" panose="02010600030101010101" pitchFamily="2" charset="-122"/>
                <a:cs typeface="Times New Roman" panose="02020603050405020304" pitchFamily="18" charset="0"/>
              </a:rPr>
              <a:t>nbk</a:t>
            </a:r>
            <a:r>
              <a:rPr lang="en-US" sz="2000" dirty="0">
                <a:effectLst/>
                <a:ea typeface="DengXian" panose="02010600030101010101" pitchFamily="2" charset="-122"/>
                <a:cs typeface="Times New Roman" panose="02020603050405020304" pitchFamily="18" charset="0"/>
              </a:rPr>
              <a:t>/nbk459149.</a:t>
            </a:r>
          </a:p>
          <a:p>
            <a:pPr indent="-457200"/>
            <a:r>
              <a:rPr lang="en-US" sz="2000" dirty="0">
                <a:cs typeface="Calibri" panose="020F0502020204030204" pitchFamily="34" charset="0"/>
              </a:rPr>
              <a:t>Roswell Park Comprehensive Cancer Center. (n.d.). </a:t>
            </a:r>
            <a:r>
              <a:rPr lang="en-US" sz="2000" i="1" dirty="0">
                <a:cs typeface="Calibri" panose="020F0502020204030204" pitchFamily="34" charset="0"/>
              </a:rPr>
              <a:t>Leukemia survival rates</a:t>
            </a:r>
            <a:r>
              <a:rPr lang="en-US" sz="2000" dirty="0">
                <a:cs typeface="Calibri" panose="020F0502020204030204" pitchFamily="34" charset="0"/>
              </a:rPr>
              <a:t>. 	https://</a:t>
            </a:r>
            <a:r>
              <a:rPr lang="en-US" sz="2000" dirty="0" err="1">
                <a:cs typeface="Calibri" panose="020F0502020204030204" pitchFamily="34" charset="0"/>
              </a:rPr>
              <a:t>www.roswellpark.org</a:t>
            </a:r>
            <a:r>
              <a:rPr lang="en-US" sz="2000" dirty="0">
                <a:cs typeface="Calibri" panose="020F0502020204030204" pitchFamily="34" charset="0"/>
              </a:rPr>
              <a:t>/cancer/leukemia/survival-rates</a:t>
            </a:r>
            <a:r>
              <a:rPr lang="en-US" sz="2000" dirty="0">
                <a:effectLst/>
                <a:ea typeface="DengXian" panose="02010600030101010101" pitchFamily="2" charset="-122"/>
                <a:cs typeface="Calibri" panose="020F0502020204030204" pitchFamily="34" charset="0"/>
              </a:rPr>
              <a:t> </a:t>
            </a:r>
          </a:p>
          <a:p>
            <a:pPr indent="-457200"/>
            <a:r>
              <a:rPr lang="en-US" sz="2000" dirty="0">
                <a:effectLst/>
                <a:ea typeface="DengXian" panose="02010600030101010101" pitchFamily="2" charset="-122"/>
                <a:cs typeface="Times New Roman" panose="02020603050405020304" pitchFamily="18" charset="0"/>
              </a:rPr>
              <a:t>Shipley, J.L., Butera, J. N. (2009). Acute myelogenous leukemia. </a:t>
            </a:r>
            <a:r>
              <a:rPr lang="en-US" sz="2000" i="1" dirty="0">
                <a:effectLst/>
                <a:ea typeface="DengXian" panose="02010600030101010101" pitchFamily="2" charset="-122"/>
                <a:cs typeface="Times New Roman" panose="02020603050405020304" pitchFamily="18" charset="0"/>
              </a:rPr>
              <a:t>Experimental Hematology</a:t>
            </a:r>
            <a:r>
              <a:rPr lang="en-US" sz="2000" dirty="0">
                <a:effectLst/>
                <a:ea typeface="DengXian" panose="02010600030101010101" pitchFamily="2" charset="-122"/>
                <a:cs typeface="Times New Roman" panose="02020603050405020304" pitchFamily="18" charset="0"/>
              </a:rPr>
              <a:t>, </a:t>
            </a:r>
            <a:r>
              <a:rPr lang="en-US" sz="2000" i="1" dirty="0">
                <a:effectLst/>
                <a:ea typeface="DengXian" panose="02010600030101010101" pitchFamily="2" charset="-122"/>
                <a:cs typeface="Times New Roman" panose="02020603050405020304" pitchFamily="18" charset="0"/>
              </a:rPr>
              <a:t>37</a:t>
            </a:r>
            <a:r>
              <a:rPr lang="en-US" sz="2000" dirty="0">
                <a:effectLst/>
                <a:ea typeface="DengXian" panose="02010600030101010101" pitchFamily="2" charset="-122"/>
                <a:cs typeface="Times New Roman" panose="02020603050405020304" pitchFamily="18" charset="0"/>
              </a:rPr>
              <a:t>(6</a:t>
            </a:r>
            <a:r>
              <a:rPr lang="en-US" sz="2000" dirty="0">
                <a:effectLst/>
                <a:ea typeface="DengXian" panose="02010600030101010101" pitchFamily="2" charset="-122"/>
                <a:cs typeface="Calibri" panose="020F0502020204030204" pitchFamily="34" charset="0"/>
              </a:rPr>
              <a:t>), 	649-658. </a:t>
            </a:r>
            <a:r>
              <a:rPr lang="en-US" sz="2000" strike="noStrike" dirty="0">
                <a:effectLst/>
                <a:ea typeface="DengXian" panose="02010600030101010101" pitchFamily="2" charset="-122"/>
                <a:cs typeface="Calibri" panose="020F0502020204030204" pitchFamily="34" charset="0"/>
              </a:rPr>
              <a:t>https://</a:t>
            </a:r>
            <a:r>
              <a:rPr lang="en-US" sz="2000" strike="noStrike" dirty="0" err="1">
                <a:effectLst/>
                <a:ea typeface="DengXian" panose="02010600030101010101" pitchFamily="2" charset="-122"/>
                <a:cs typeface="Calibri" panose="020F0502020204030204" pitchFamily="34" charset="0"/>
              </a:rPr>
              <a:t>doi.org</a:t>
            </a:r>
            <a:r>
              <a:rPr lang="en-US" sz="2000" strike="noStrike" dirty="0">
                <a:effectLst/>
                <a:ea typeface="DengXian" panose="02010600030101010101" pitchFamily="2" charset="-122"/>
                <a:cs typeface="Calibri" panose="020F0502020204030204" pitchFamily="34" charset="0"/>
              </a:rPr>
              <a:t>/10.1016/j.exphem.2009.04.002</a:t>
            </a:r>
            <a:r>
              <a:rPr lang="en-US" sz="2000" dirty="0">
                <a:effectLst/>
                <a:ea typeface="DengXian" panose="02010600030101010101" pitchFamily="2" charset="-122"/>
                <a:cs typeface="Calibri" panose="020F0502020204030204" pitchFamily="34" charset="0"/>
              </a:rPr>
              <a:t>.</a:t>
            </a:r>
          </a:p>
          <a:p>
            <a:pPr indent="-457200"/>
            <a:r>
              <a:rPr lang="en-US" sz="2000" dirty="0">
                <a:ea typeface="DengXian" panose="02010600030101010101" pitchFamily="2" charset="-122"/>
              </a:rPr>
              <a:t>Uchida, S. (2013). </a:t>
            </a:r>
            <a:r>
              <a:rPr lang="en-US" sz="2000" dirty="0">
                <a:effectLst/>
                <a:ea typeface="DengXian" panose="02010600030101010101" pitchFamily="2" charset="-122"/>
              </a:rPr>
              <a:t>Image processing and recognition for biological images. </a:t>
            </a:r>
            <a:r>
              <a:rPr lang="en-US" sz="2000" i="1" dirty="0">
                <a:effectLst/>
              </a:rPr>
              <a:t>Development, Growth &amp; 	Differentiation</a:t>
            </a:r>
            <a:r>
              <a:rPr lang="en-US" sz="2000" dirty="0">
                <a:effectLst/>
              </a:rPr>
              <a:t>, </a:t>
            </a:r>
            <a:r>
              <a:rPr lang="en-US" sz="2000" i="1" dirty="0">
                <a:effectLst/>
              </a:rPr>
              <a:t>55</a:t>
            </a:r>
            <a:r>
              <a:rPr lang="en-US" sz="2000" dirty="0">
                <a:effectLst/>
              </a:rPr>
              <a:t>(4), 523–549. https://</a:t>
            </a:r>
            <a:r>
              <a:rPr lang="en-US" sz="2000" dirty="0" err="1">
                <a:effectLst/>
              </a:rPr>
              <a:t>doi.org</a:t>
            </a:r>
            <a:r>
              <a:rPr lang="en-US" sz="2000" dirty="0">
                <a:effectLst/>
              </a:rPr>
              <a:t>/10.1111/dgd.12054. </a:t>
            </a:r>
            <a:endParaRPr lang="en-US" sz="2000" dirty="0">
              <a:effectLst/>
              <a:ea typeface="DengXian" panose="02010600030101010101" pitchFamily="2" charset="-122"/>
              <a:cs typeface="Calibri" panose="020F0502020204030204" pitchFamily="34" charset="0"/>
            </a:endParaRPr>
          </a:p>
          <a:p>
            <a:pPr indent="-457200"/>
            <a:endParaRPr lang="en-US" sz="1800" dirty="0">
              <a:effectLst/>
              <a:latin typeface="Calibri" panose="020F0502020204030204" pitchFamily="34" charset="0"/>
              <a:ea typeface="DengXian" panose="02010600030101010101" pitchFamily="2" charset="-122"/>
              <a:cs typeface="Times New Roman" panose="02020603050405020304" pitchFamily="18" charset="0"/>
            </a:endParaRPr>
          </a:p>
          <a:p>
            <a:endParaRPr lang="en-US" dirty="0"/>
          </a:p>
        </p:txBody>
      </p:sp>
    </p:spTree>
    <p:extLst>
      <p:ext uri="{BB962C8B-B14F-4D97-AF65-F5344CB8AC3E}">
        <p14:creationId xmlns:p14="http://schemas.microsoft.com/office/powerpoint/2010/main" val="54626401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theme/theme1.xml><?xml version="1.0" encoding="utf-8"?>
<a:theme xmlns:a="http://schemas.openxmlformats.org/drawingml/2006/main" name="Prismatic polygons">
  <a:themeElements>
    <a:clrScheme name="Glassmorphism">
      <a:dk1>
        <a:srgbClr val="2A0053"/>
      </a:dk1>
      <a:lt1>
        <a:srgbClr val="FFFFFF"/>
      </a:lt1>
      <a:dk2>
        <a:srgbClr val="000000"/>
      </a:dk2>
      <a:lt2>
        <a:srgbClr val="EEEFE7"/>
      </a:lt2>
      <a:accent1>
        <a:srgbClr val="FF8A28"/>
      </a:accent1>
      <a:accent2>
        <a:srgbClr val="F195FF"/>
      </a:accent2>
      <a:accent3>
        <a:srgbClr val="E227FF"/>
      </a:accent3>
      <a:accent4>
        <a:srgbClr val="FF0004"/>
      </a:accent4>
      <a:accent5>
        <a:srgbClr val="1906C5"/>
      </a:accent5>
      <a:accent6>
        <a:srgbClr val="31B564"/>
      </a:accent6>
      <a:hlink>
        <a:srgbClr val="467886"/>
      </a:hlink>
      <a:folHlink>
        <a:srgbClr val="96607D"/>
      </a:folHlink>
    </a:clrScheme>
    <a:fontScheme name="Custom 82">
      <a:majorFont>
        <a:latin typeface="Chamberi Super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assmorphism_win32_SD_V5" id="{E43A2CAE-029B-46E8-8085-D6AC37FEAB72}" vid="{9BD0D0BD-C5D3-42A7-8670-EE25EA222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51</TotalTime>
  <Words>1784</Words>
  <Application>Microsoft Office PowerPoint</Application>
  <PresentationFormat>Widescreen</PresentationFormat>
  <Paragraphs>123</Paragraphs>
  <Slides>26</Slides>
  <Notes>18</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Prismatic polygons</vt:lpstr>
      <vt:lpstr>Classification of White Blood Cells for Identification of AML and ALL</vt:lpstr>
      <vt:lpstr>Biological Context: What are AML and ALL?</vt:lpstr>
      <vt:lpstr>Leukemia</vt:lpstr>
      <vt:lpstr>Types of Blood Cells</vt:lpstr>
      <vt:lpstr>AML and ALL</vt:lpstr>
      <vt:lpstr>Dataset</vt:lpstr>
      <vt:lpstr>Blood Cell Images for Cancer Detection</vt:lpstr>
      <vt:lpstr>Myeloblasts vs. Lymphoblasts</vt:lpstr>
      <vt:lpstr>Image Preprocessing</vt:lpstr>
      <vt:lpstr>Preprocessing Biological Images</vt:lpstr>
      <vt:lpstr>Visualizing Image Preprocessing</vt:lpstr>
      <vt:lpstr>Multinomial Model</vt:lpstr>
      <vt:lpstr>Classification Matrix for Multinomial Model</vt:lpstr>
      <vt:lpstr>Classification Report for Multinomial Model</vt:lpstr>
      <vt:lpstr>ROC Curve for Multinomial Model</vt:lpstr>
      <vt:lpstr>Convolutional Neural Network (CNN) Model</vt:lpstr>
      <vt:lpstr>Classification Matrix for CNN Model</vt:lpstr>
      <vt:lpstr>Classification Report for CNN Model</vt:lpstr>
      <vt:lpstr>ROC Curve for CNN Model</vt:lpstr>
      <vt:lpstr>Web Application</vt:lpstr>
      <vt:lpstr>Classifier</vt:lpstr>
      <vt:lpstr>About the Project</vt:lpstr>
      <vt:lpstr>Industry Use and Impact</vt:lpstr>
      <vt:lpstr>Potential Model Applications</vt:lpstr>
      <vt:lpstr>Model Limitations </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of White Blood Cells for Identification of AML and ALL</dc:title>
  <dc:creator>Eddie Bassett</dc:creator>
  <cp:lastModifiedBy>Sarah Cooper</cp:lastModifiedBy>
  <cp:revision>13</cp:revision>
  <dcterms:created xsi:type="dcterms:W3CDTF">2026-04-13T18:48:30Z</dcterms:created>
  <dcterms:modified xsi:type="dcterms:W3CDTF">2026-10-22T15:00:12Z</dcterms:modified>
</cp:coreProperties>
</file>